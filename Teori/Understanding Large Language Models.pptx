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oda" panose="020B0604020202020204" charset="0"/>
      <p:regular r:id="rId37"/>
    </p:embeddedFont>
    <p:embeddedFont>
      <p:font typeface="Quattrocento Sans" panose="020B0604020202020204" charset="0"/>
      <p:regular r:id="rId38"/>
    </p:embeddedFont>
  </p:embeddedFontLst>
  <p:defaultTextStyle>
    <a:defPPr>
      <a:defRPr lang="en-A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45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1000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4063901" y="3429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5" name="Shape 3"/>
          <p:cNvSpPr/>
          <p:nvPr/>
        </p:nvSpPr>
        <p:spPr>
          <a:xfrm>
            <a:off x="5524500" y="1085850"/>
            <a:ext cx="1143000" cy="914400"/>
          </a:xfrm>
          <a:custGeom>
            <a:avLst/>
            <a:gdLst/>
            <a:ahLst/>
            <a:cxnLst/>
            <a:rect l="l" t="t" r="r" b="b"/>
            <a:pathLst>
              <a:path w="1143000" h="914400">
                <a:moveTo>
                  <a:pt x="628650" y="0"/>
                </a:moveTo>
                <a:cubicBezTo>
                  <a:pt x="628650" y="-31611"/>
                  <a:pt x="603111" y="-57150"/>
                  <a:pt x="571500" y="-57150"/>
                </a:cubicBezTo>
                <a:cubicBezTo>
                  <a:pt x="539889" y="-57150"/>
                  <a:pt x="514350" y="-31611"/>
                  <a:pt x="514350" y="0"/>
                </a:cubicBezTo>
                <a:lnTo>
                  <a:pt x="514350" y="114300"/>
                </a:lnTo>
                <a:lnTo>
                  <a:pt x="342900" y="114300"/>
                </a:lnTo>
                <a:cubicBezTo>
                  <a:pt x="248245" y="114300"/>
                  <a:pt x="171450" y="191095"/>
                  <a:pt x="171450" y="285750"/>
                </a:cubicBezTo>
                <a:lnTo>
                  <a:pt x="171450" y="685800"/>
                </a:lnTo>
                <a:cubicBezTo>
                  <a:pt x="171450" y="780455"/>
                  <a:pt x="248245" y="857250"/>
                  <a:pt x="342900" y="857250"/>
                </a:cubicBezTo>
                <a:lnTo>
                  <a:pt x="800100" y="857250"/>
                </a:lnTo>
                <a:cubicBezTo>
                  <a:pt x="894755" y="857250"/>
                  <a:pt x="971550" y="780455"/>
                  <a:pt x="971550" y="685800"/>
                </a:cubicBezTo>
                <a:lnTo>
                  <a:pt x="971550" y="285750"/>
                </a:lnTo>
                <a:cubicBezTo>
                  <a:pt x="971550" y="191095"/>
                  <a:pt x="894755" y="114300"/>
                  <a:pt x="800100" y="114300"/>
                </a:cubicBezTo>
                <a:lnTo>
                  <a:pt x="628650" y="114300"/>
                </a:lnTo>
                <a:lnTo>
                  <a:pt x="628650" y="0"/>
                </a:lnTo>
                <a:close/>
                <a:moveTo>
                  <a:pt x="285750" y="657225"/>
                </a:moveTo>
                <a:cubicBezTo>
                  <a:pt x="285750" y="633472"/>
                  <a:pt x="304860" y="614363"/>
                  <a:pt x="328613" y="614363"/>
                </a:cubicBezTo>
                <a:lnTo>
                  <a:pt x="385763" y="614363"/>
                </a:lnTo>
                <a:cubicBezTo>
                  <a:pt x="409515" y="614363"/>
                  <a:pt x="428625" y="633472"/>
                  <a:pt x="428625" y="657225"/>
                </a:cubicBezTo>
                <a:cubicBezTo>
                  <a:pt x="428625" y="680978"/>
                  <a:pt x="409515" y="700088"/>
                  <a:pt x="385763" y="700088"/>
                </a:cubicBezTo>
                <a:lnTo>
                  <a:pt x="328613" y="700088"/>
                </a:lnTo>
                <a:cubicBezTo>
                  <a:pt x="304860" y="700088"/>
                  <a:pt x="285750" y="680978"/>
                  <a:pt x="285750" y="657225"/>
                </a:cubicBezTo>
                <a:close/>
                <a:moveTo>
                  <a:pt x="500063" y="657225"/>
                </a:moveTo>
                <a:cubicBezTo>
                  <a:pt x="500063" y="633472"/>
                  <a:pt x="519172" y="614363"/>
                  <a:pt x="542925" y="614363"/>
                </a:cubicBezTo>
                <a:lnTo>
                  <a:pt x="600075" y="614363"/>
                </a:lnTo>
                <a:cubicBezTo>
                  <a:pt x="623828" y="614363"/>
                  <a:pt x="642938" y="633472"/>
                  <a:pt x="642938" y="657225"/>
                </a:cubicBezTo>
                <a:cubicBezTo>
                  <a:pt x="642938" y="680978"/>
                  <a:pt x="623828" y="700088"/>
                  <a:pt x="600075" y="700088"/>
                </a:cubicBezTo>
                <a:lnTo>
                  <a:pt x="542925" y="700088"/>
                </a:lnTo>
                <a:cubicBezTo>
                  <a:pt x="519172" y="700088"/>
                  <a:pt x="500063" y="680978"/>
                  <a:pt x="500063" y="657225"/>
                </a:cubicBezTo>
                <a:close/>
                <a:moveTo>
                  <a:pt x="714375" y="657225"/>
                </a:moveTo>
                <a:cubicBezTo>
                  <a:pt x="714375" y="633472"/>
                  <a:pt x="733485" y="614363"/>
                  <a:pt x="757238" y="614363"/>
                </a:cubicBezTo>
                <a:lnTo>
                  <a:pt x="814388" y="614363"/>
                </a:lnTo>
                <a:cubicBezTo>
                  <a:pt x="838140" y="614363"/>
                  <a:pt x="857250" y="633472"/>
                  <a:pt x="857250" y="657225"/>
                </a:cubicBezTo>
                <a:cubicBezTo>
                  <a:pt x="857250" y="680978"/>
                  <a:pt x="838140" y="700088"/>
                  <a:pt x="814388" y="700088"/>
                </a:cubicBezTo>
                <a:lnTo>
                  <a:pt x="757238" y="700088"/>
                </a:lnTo>
                <a:cubicBezTo>
                  <a:pt x="733485" y="700088"/>
                  <a:pt x="714375" y="680978"/>
                  <a:pt x="714375" y="657225"/>
                </a:cubicBezTo>
                <a:close/>
                <a:moveTo>
                  <a:pt x="400050" y="314325"/>
                </a:moveTo>
                <a:cubicBezTo>
                  <a:pt x="447363" y="314325"/>
                  <a:pt x="485775" y="352737"/>
                  <a:pt x="485775" y="400050"/>
                </a:cubicBezTo>
                <a:cubicBezTo>
                  <a:pt x="485775" y="447363"/>
                  <a:pt x="447363" y="485775"/>
                  <a:pt x="400050" y="485775"/>
                </a:cubicBezTo>
                <a:cubicBezTo>
                  <a:pt x="352737" y="485775"/>
                  <a:pt x="314325" y="447363"/>
                  <a:pt x="314325" y="400050"/>
                </a:cubicBezTo>
                <a:cubicBezTo>
                  <a:pt x="314325" y="352737"/>
                  <a:pt x="352737" y="314325"/>
                  <a:pt x="400050" y="314325"/>
                </a:cubicBezTo>
                <a:close/>
                <a:moveTo>
                  <a:pt x="657225" y="400050"/>
                </a:moveTo>
                <a:cubicBezTo>
                  <a:pt x="657225" y="352737"/>
                  <a:pt x="695637" y="314325"/>
                  <a:pt x="742950" y="314325"/>
                </a:cubicBezTo>
                <a:cubicBezTo>
                  <a:pt x="790263" y="314325"/>
                  <a:pt x="828675" y="352737"/>
                  <a:pt x="828675" y="400050"/>
                </a:cubicBezTo>
                <a:cubicBezTo>
                  <a:pt x="828675" y="447363"/>
                  <a:pt x="790263" y="485775"/>
                  <a:pt x="742950" y="485775"/>
                </a:cubicBezTo>
                <a:cubicBezTo>
                  <a:pt x="695637" y="485775"/>
                  <a:pt x="657225" y="447363"/>
                  <a:pt x="657225" y="400050"/>
                </a:cubicBezTo>
                <a:close/>
                <a:moveTo>
                  <a:pt x="114300" y="400050"/>
                </a:moveTo>
                <a:cubicBezTo>
                  <a:pt x="114300" y="368439"/>
                  <a:pt x="88761" y="342900"/>
                  <a:pt x="57150" y="342900"/>
                </a:cubicBezTo>
                <a:cubicBezTo>
                  <a:pt x="25539" y="342900"/>
                  <a:pt x="0" y="368439"/>
                  <a:pt x="0" y="400050"/>
                </a:cubicBezTo>
                <a:lnTo>
                  <a:pt x="0" y="571500"/>
                </a:lnTo>
                <a:cubicBezTo>
                  <a:pt x="0" y="603111"/>
                  <a:pt x="25539" y="628650"/>
                  <a:pt x="57150" y="628650"/>
                </a:cubicBezTo>
                <a:cubicBezTo>
                  <a:pt x="88761" y="628650"/>
                  <a:pt x="114300" y="603111"/>
                  <a:pt x="114300" y="571500"/>
                </a:cubicBezTo>
                <a:lnTo>
                  <a:pt x="114300" y="400050"/>
                </a:lnTo>
                <a:close/>
                <a:moveTo>
                  <a:pt x="1085850" y="342900"/>
                </a:moveTo>
                <a:cubicBezTo>
                  <a:pt x="1054239" y="342900"/>
                  <a:pt x="1028700" y="368439"/>
                  <a:pt x="1028700" y="400050"/>
                </a:cubicBezTo>
                <a:lnTo>
                  <a:pt x="1028700" y="571500"/>
                </a:lnTo>
                <a:cubicBezTo>
                  <a:pt x="1028700" y="603111"/>
                  <a:pt x="1054239" y="628650"/>
                  <a:pt x="1085850" y="628650"/>
                </a:cubicBezTo>
                <a:cubicBezTo>
                  <a:pt x="1117461" y="628650"/>
                  <a:pt x="1143000" y="603111"/>
                  <a:pt x="1143000" y="571500"/>
                </a:cubicBezTo>
                <a:lnTo>
                  <a:pt x="1143000" y="400050"/>
                </a:lnTo>
                <a:cubicBezTo>
                  <a:pt x="1143000" y="368439"/>
                  <a:pt x="1117461" y="342900"/>
                  <a:pt x="1085850" y="3429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967680" y="2533650"/>
            <a:ext cx="10258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Understanding Large Language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04989" y="3257550"/>
            <a:ext cx="6181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Simple Guide to AI That Understands Language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3905250"/>
            <a:ext cx="1219200" cy="38100"/>
          </a:xfrm>
          <a:prstGeom prst="roundRect">
            <a:avLst>
              <a:gd name="adj" fmla="val 0"/>
            </a:avLst>
          </a:prstGeom>
          <a:solidFill>
            <a:srgbClr val="E29578"/>
          </a:solidFill>
          <a:ln/>
        </p:spPr>
      </p:sp>
      <p:sp>
        <p:nvSpPr>
          <p:cNvPr id="9" name="Text 7"/>
          <p:cNvSpPr/>
          <p:nvPr/>
        </p:nvSpPr>
        <p:spPr>
          <a:xfrm>
            <a:off x="3669060" y="4248150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Një Udhëzim i Thjeshtë për IA që Kupton Gjuhën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51625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11" name="Shape 9"/>
          <p:cNvSpPr/>
          <p:nvPr/>
        </p:nvSpPr>
        <p:spPr>
          <a:xfrm>
            <a:off x="5175647" y="53244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791200" y="51625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55506" y="5324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3200" y="51625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5" name="Shape 13"/>
          <p:cNvSpPr/>
          <p:nvPr/>
        </p:nvSpPr>
        <p:spPr>
          <a:xfrm>
            <a:off x="6753225" y="53244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We Will Learn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Do të Mësojmë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524000"/>
            <a:ext cx="5581650" cy="1495425"/>
          </a:xfrm>
          <a:custGeom>
            <a:avLst/>
            <a:gdLst/>
            <a:ahLst/>
            <a:cxnLst/>
            <a:rect l="l" t="t" r="r" b="b"/>
            <a:pathLst>
              <a:path w="5581650" h="1495425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43025"/>
                </a:lnTo>
                <a:cubicBezTo>
                  <a:pt x="5581650" y="1427137"/>
                  <a:pt x="5513362" y="1495425"/>
                  <a:pt x="5429250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524000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96840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590550" y="1968401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9700" y="1968401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AI?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2311301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është IA?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524000"/>
            <a:ext cx="5581650" cy="1495425"/>
          </a:xfrm>
          <a:custGeom>
            <a:avLst/>
            <a:gdLst/>
            <a:ahLst/>
            <a:cxnLst/>
            <a:rect l="l" t="t" r="r" b="b"/>
            <a:pathLst>
              <a:path w="5581650" h="1495425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43025"/>
                </a:lnTo>
                <a:cubicBezTo>
                  <a:pt x="5581650" y="1427137"/>
                  <a:pt x="5513362" y="1495425"/>
                  <a:pt x="5429250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9350" y="1524000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0" y="196840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850" y="1968401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0" y="1968401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are LLMs?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0" y="2311301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janë Modelet e Mëdha?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51150"/>
            <a:ext cx="5581650" cy="1495425"/>
          </a:xfrm>
          <a:custGeom>
            <a:avLst/>
            <a:gdLst/>
            <a:ahLst/>
            <a:cxnLst/>
            <a:rect l="l" t="t" r="r" b="b"/>
            <a:pathLst>
              <a:path w="5581650" h="1495425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43025"/>
                </a:lnTo>
                <a:cubicBezTo>
                  <a:pt x="5581650" y="1427137"/>
                  <a:pt x="5513362" y="1495425"/>
                  <a:pt x="5429250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251150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6955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590550" y="3695551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09700" y="3695551"/>
            <a:ext cx="2085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Do They Work?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09700" y="4038451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Funksionojnë?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251150"/>
            <a:ext cx="5581650" cy="1495425"/>
          </a:xfrm>
          <a:custGeom>
            <a:avLst/>
            <a:gdLst/>
            <a:ahLst/>
            <a:cxnLst/>
            <a:rect l="l" t="t" r="r" b="b"/>
            <a:pathLst>
              <a:path w="5581650" h="1495425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43025"/>
                </a:lnTo>
                <a:cubicBezTo>
                  <a:pt x="5581650" y="1427137"/>
                  <a:pt x="5513362" y="1495425"/>
                  <a:pt x="5429250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9350" y="3251150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0" y="369555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850" y="3695551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0" y="3695551"/>
            <a:ext cx="2028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Can They Do?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0" y="4038451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Mund të Bëjnë?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978301"/>
            <a:ext cx="5581650" cy="1495425"/>
          </a:xfrm>
          <a:custGeom>
            <a:avLst/>
            <a:gdLst/>
            <a:ahLst/>
            <a:cxnLst/>
            <a:rect l="l" t="t" r="r" b="b"/>
            <a:pathLst>
              <a:path w="5581650" h="1495425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43025"/>
                </a:lnTo>
                <a:cubicBezTo>
                  <a:pt x="5581650" y="1427137"/>
                  <a:pt x="5513362" y="1495425"/>
                  <a:pt x="5429250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0050" y="4978301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5422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31" name="Text 29"/>
          <p:cNvSpPr/>
          <p:nvPr/>
        </p:nvSpPr>
        <p:spPr>
          <a:xfrm>
            <a:off x="590550" y="54228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09700" y="5422850"/>
            <a:ext cx="183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Using LLMs Daily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09700" y="57657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Përdorimi i Përditshëm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4978301"/>
            <a:ext cx="5581650" cy="1495425"/>
          </a:xfrm>
          <a:custGeom>
            <a:avLst/>
            <a:gdLst/>
            <a:ahLst/>
            <a:cxnLst/>
            <a:rect l="l" t="t" r="r" b="b"/>
            <a:pathLst>
              <a:path w="5581650" h="1495425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43025"/>
                </a:lnTo>
                <a:cubicBezTo>
                  <a:pt x="5581650" y="1427137"/>
                  <a:pt x="5513362" y="1495425"/>
                  <a:pt x="5429250" y="1495425"/>
                </a:cubicBez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29350" y="4978301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3810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38100" y="1495425"/>
                </a:lnTo>
                <a:cubicBezTo>
                  <a:pt x="17072" y="1495425"/>
                  <a:pt x="0" y="1478353"/>
                  <a:pt x="0" y="14573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5422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850" y="54228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39000" y="542285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Future of AI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39000" y="576575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Ardhmja e IA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752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8F5F2"/>
          </a:solidFill>
          <a:ln/>
        </p:spPr>
      </p:sp>
      <p:sp>
        <p:nvSpPr>
          <p:cNvPr id="3" name="Text 1"/>
          <p:cNvSpPr/>
          <p:nvPr/>
        </p:nvSpPr>
        <p:spPr>
          <a:xfrm>
            <a:off x="5775871" y="1981200"/>
            <a:ext cx="638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4A7C59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28552" y="3124200"/>
            <a:ext cx="7734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Artificial Intelligence?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19240" y="3848100"/>
            <a:ext cx="435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është Inteligjenca Artificiale?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11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7" name="Shape 5"/>
          <p:cNvSpPr/>
          <p:nvPr/>
        </p:nvSpPr>
        <p:spPr>
          <a:xfrm>
            <a:off x="58674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Shape 6"/>
          <p:cNvSpPr/>
          <p:nvPr/>
        </p:nvSpPr>
        <p:spPr>
          <a:xfrm>
            <a:off x="6686550" y="4648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Artificial Intelligence: Computers That Learn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Inteligjenca Artificiale: Kompjuterët që Mësojnë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557338"/>
            <a:ext cx="5562600" cy="2276475"/>
          </a:xfrm>
          <a:prstGeom prst="roundRect">
            <a:avLst>
              <a:gd name="adj" fmla="val 6695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62138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66775" y="20145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62138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Simple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81238"/>
            <a:ext cx="4352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when computers can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from examples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just like children learn from experience!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91465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është kur kompjuterët mund 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mësojnë nga shembujt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ashtu si fëmijët mësojnë nga përvoja!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133850"/>
            <a:ext cx="5562600" cy="2124075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44386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881063" y="45910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42863" y="28575"/>
                </a:moveTo>
                <a:cubicBezTo>
                  <a:pt x="42863" y="12804"/>
                  <a:pt x="55667" y="0"/>
                  <a:pt x="71438" y="0"/>
                </a:cubicBezTo>
                <a:cubicBezTo>
                  <a:pt x="87208" y="0"/>
                  <a:pt x="100013" y="12804"/>
                  <a:pt x="100013" y="28575"/>
                </a:cubicBezTo>
                <a:cubicBezTo>
                  <a:pt x="100013" y="44346"/>
                  <a:pt x="87208" y="57150"/>
                  <a:pt x="71438" y="57150"/>
                </a:cubicBezTo>
                <a:cubicBezTo>
                  <a:pt x="55667" y="57150"/>
                  <a:pt x="42863" y="44346"/>
                  <a:pt x="42863" y="28575"/>
                </a:cubicBezTo>
                <a:close/>
                <a:moveTo>
                  <a:pt x="64294" y="171450"/>
                </a:moveTo>
                <a:lnTo>
                  <a:pt x="64294" y="214313"/>
                </a:lnTo>
                <a:cubicBezTo>
                  <a:pt x="64294" y="222215"/>
                  <a:pt x="57909" y="228600"/>
                  <a:pt x="50006" y="228600"/>
                </a:cubicBezTo>
                <a:cubicBezTo>
                  <a:pt x="42103" y="228600"/>
                  <a:pt x="35719" y="222215"/>
                  <a:pt x="35719" y="214313"/>
                </a:cubicBezTo>
                <a:lnTo>
                  <a:pt x="35719" y="128498"/>
                </a:lnTo>
                <a:lnTo>
                  <a:pt x="26387" y="143321"/>
                </a:lnTo>
                <a:cubicBezTo>
                  <a:pt x="22190" y="150019"/>
                  <a:pt x="13350" y="151983"/>
                  <a:pt x="6697" y="147786"/>
                </a:cubicBezTo>
                <a:cubicBezTo>
                  <a:pt x="45" y="143589"/>
                  <a:pt x="-2009" y="134794"/>
                  <a:pt x="2188" y="128141"/>
                </a:cubicBezTo>
                <a:lnTo>
                  <a:pt x="20003" y="99879"/>
                </a:lnTo>
                <a:cubicBezTo>
                  <a:pt x="31120" y="82153"/>
                  <a:pt x="50542" y="71438"/>
                  <a:pt x="71438" y="71438"/>
                </a:cubicBezTo>
                <a:cubicBezTo>
                  <a:pt x="92333" y="71438"/>
                  <a:pt x="111755" y="82153"/>
                  <a:pt x="122873" y="99834"/>
                </a:cubicBezTo>
                <a:lnTo>
                  <a:pt x="140687" y="128141"/>
                </a:lnTo>
                <a:cubicBezTo>
                  <a:pt x="144884" y="134838"/>
                  <a:pt x="142875" y="143634"/>
                  <a:pt x="136222" y="147831"/>
                </a:cubicBezTo>
                <a:cubicBezTo>
                  <a:pt x="129570" y="152028"/>
                  <a:pt x="120729" y="150019"/>
                  <a:pt x="116532" y="143366"/>
                </a:cubicBezTo>
                <a:lnTo>
                  <a:pt x="107156" y="128498"/>
                </a:lnTo>
                <a:lnTo>
                  <a:pt x="107156" y="214313"/>
                </a:lnTo>
                <a:cubicBezTo>
                  <a:pt x="107156" y="222215"/>
                  <a:pt x="100772" y="228600"/>
                  <a:pt x="92869" y="228600"/>
                </a:cubicBezTo>
                <a:cubicBezTo>
                  <a:pt x="84966" y="228600"/>
                  <a:pt x="78581" y="222215"/>
                  <a:pt x="78581" y="214313"/>
                </a:cubicBezTo>
                <a:lnTo>
                  <a:pt x="78581" y="171450"/>
                </a:lnTo>
                <a:lnTo>
                  <a:pt x="64294" y="1714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4386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Children Learn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857750"/>
            <a:ext cx="4352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 see many dogs → learn what a dog looks like → recognize dogs. AI works the same way with data!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491163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Fëmijët shohin shumë qen → mësojnë si duket një qen → njohin qentë. IA funksionon njësoj me të dhëna!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0" y="2686050"/>
            <a:ext cx="2057400" cy="1828800"/>
          </a:xfrm>
          <a:custGeom>
            <a:avLst/>
            <a:gdLst/>
            <a:ahLst/>
            <a:cxnLst/>
            <a:rect l="l" t="t" r="r" b="b"/>
            <a:pathLst>
              <a:path w="2057400" h="1828800">
                <a:moveTo>
                  <a:pt x="171450" y="699373"/>
                </a:moveTo>
                <a:lnTo>
                  <a:pt x="918686" y="1006912"/>
                </a:lnTo>
                <a:cubicBezTo>
                  <a:pt x="953691" y="1021199"/>
                  <a:pt x="990838" y="1028700"/>
                  <a:pt x="1028700" y="1028700"/>
                </a:cubicBezTo>
                <a:cubicBezTo>
                  <a:pt x="1066562" y="1028700"/>
                  <a:pt x="1103709" y="1021199"/>
                  <a:pt x="1138714" y="1006912"/>
                </a:cubicBezTo>
                <a:lnTo>
                  <a:pt x="2004536" y="650438"/>
                </a:lnTo>
                <a:cubicBezTo>
                  <a:pt x="2036683" y="637222"/>
                  <a:pt x="2057400" y="606147"/>
                  <a:pt x="2057400" y="571500"/>
                </a:cubicBezTo>
                <a:cubicBezTo>
                  <a:pt x="2057400" y="536853"/>
                  <a:pt x="2036683" y="505777"/>
                  <a:pt x="2004536" y="492562"/>
                </a:cubicBezTo>
                <a:lnTo>
                  <a:pt x="1138714" y="136088"/>
                </a:lnTo>
                <a:cubicBezTo>
                  <a:pt x="1103709" y="121801"/>
                  <a:pt x="1066562" y="114300"/>
                  <a:pt x="1028700" y="114300"/>
                </a:cubicBezTo>
                <a:cubicBezTo>
                  <a:pt x="990838" y="114300"/>
                  <a:pt x="953691" y="121801"/>
                  <a:pt x="918686" y="136088"/>
                </a:cubicBezTo>
                <a:lnTo>
                  <a:pt x="52864" y="492562"/>
                </a:lnTo>
                <a:cubicBezTo>
                  <a:pt x="20717" y="505778"/>
                  <a:pt x="0" y="536853"/>
                  <a:pt x="0" y="571500"/>
                </a:cubicBezTo>
                <a:lnTo>
                  <a:pt x="0" y="1628775"/>
                </a:lnTo>
                <a:cubicBezTo>
                  <a:pt x="0" y="1676281"/>
                  <a:pt x="38219" y="1714500"/>
                  <a:pt x="85725" y="1714500"/>
                </a:cubicBezTo>
                <a:cubicBezTo>
                  <a:pt x="133231" y="1714500"/>
                  <a:pt x="171450" y="1676281"/>
                  <a:pt x="171450" y="1628775"/>
                </a:cubicBezTo>
                <a:lnTo>
                  <a:pt x="171450" y="699373"/>
                </a:lnTo>
                <a:close/>
                <a:moveTo>
                  <a:pt x="342900" y="955477"/>
                </a:moveTo>
                <a:lnTo>
                  <a:pt x="342900" y="1371600"/>
                </a:lnTo>
                <a:cubicBezTo>
                  <a:pt x="342900" y="1560909"/>
                  <a:pt x="650081" y="1714500"/>
                  <a:pt x="1028700" y="1714500"/>
                </a:cubicBezTo>
                <a:cubicBezTo>
                  <a:pt x="1407319" y="1714500"/>
                  <a:pt x="1714500" y="1560909"/>
                  <a:pt x="1714500" y="1371600"/>
                </a:cubicBezTo>
                <a:lnTo>
                  <a:pt x="1714500" y="955119"/>
                </a:lnTo>
                <a:lnTo>
                  <a:pt x="1204079" y="1165503"/>
                </a:lnTo>
                <a:cubicBezTo>
                  <a:pt x="1148358" y="1188363"/>
                  <a:pt x="1089065" y="1200150"/>
                  <a:pt x="1028700" y="1200150"/>
                </a:cubicBezTo>
                <a:cubicBezTo>
                  <a:pt x="968335" y="1200150"/>
                  <a:pt x="909042" y="1188363"/>
                  <a:pt x="853321" y="1165503"/>
                </a:cubicBezTo>
                <a:lnTo>
                  <a:pt x="342900" y="955119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7829550" y="481965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= Mësim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Examples of AI Around 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Shembuj të IA në Jetën Tonë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0977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62013" y="2219325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0716" y="42863"/>
                </a:moveTo>
                <a:cubicBezTo>
                  <a:pt x="10716" y="19221"/>
                  <a:pt x="29937" y="0"/>
                  <a:pt x="53578" y="0"/>
                </a:cubicBezTo>
                <a:lnTo>
                  <a:pt x="203597" y="0"/>
                </a:lnTo>
                <a:cubicBezTo>
                  <a:pt x="227238" y="0"/>
                  <a:pt x="246459" y="19221"/>
                  <a:pt x="246459" y="42863"/>
                </a:cubicBezTo>
                <a:lnTo>
                  <a:pt x="246459" y="300038"/>
                </a:lnTo>
                <a:cubicBezTo>
                  <a:pt x="246459" y="323679"/>
                  <a:pt x="227238" y="342900"/>
                  <a:pt x="203597" y="342900"/>
                </a:cubicBezTo>
                <a:lnTo>
                  <a:pt x="53578" y="342900"/>
                </a:lnTo>
                <a:cubicBezTo>
                  <a:pt x="29937" y="342900"/>
                  <a:pt x="10716" y="323679"/>
                  <a:pt x="10716" y="300038"/>
                </a:cubicBezTo>
                <a:lnTo>
                  <a:pt x="10716" y="42863"/>
                </a:lnTo>
                <a:close/>
                <a:moveTo>
                  <a:pt x="53578" y="42863"/>
                </a:moveTo>
                <a:lnTo>
                  <a:pt x="53578" y="246459"/>
                </a:lnTo>
                <a:lnTo>
                  <a:pt x="203597" y="246459"/>
                </a:lnTo>
                <a:lnTo>
                  <a:pt x="203597" y="42863"/>
                </a:lnTo>
                <a:lnTo>
                  <a:pt x="53578" y="42863"/>
                </a:lnTo>
                <a:close/>
                <a:moveTo>
                  <a:pt x="128588" y="316111"/>
                </a:moveTo>
                <a:cubicBezTo>
                  <a:pt x="140442" y="316111"/>
                  <a:pt x="150019" y="306534"/>
                  <a:pt x="150019" y="294680"/>
                </a:cubicBezTo>
                <a:cubicBezTo>
                  <a:pt x="150019" y="282826"/>
                  <a:pt x="140442" y="273248"/>
                  <a:pt x="128588" y="273248"/>
                </a:cubicBezTo>
                <a:cubicBezTo>
                  <a:pt x="116733" y="273248"/>
                  <a:pt x="107156" y="282826"/>
                  <a:pt x="107156" y="294680"/>
                </a:cubicBezTo>
                <a:cubicBezTo>
                  <a:pt x="107156" y="306534"/>
                  <a:pt x="116733" y="316111"/>
                  <a:pt x="128588" y="3161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1800225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Smartphone Assistants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181225"/>
            <a:ext cx="4295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Siri, Google Assistant help you set reminders and answer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75272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Asistentët e telefonit ju ndihmojnë të vendosni kujtues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200977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50831" y="2219325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64294"/>
                </a:moveTo>
                <a:cubicBezTo>
                  <a:pt x="0" y="40652"/>
                  <a:pt x="19221" y="21431"/>
                  <a:pt x="42863" y="21431"/>
                </a:cubicBezTo>
                <a:lnTo>
                  <a:pt x="257175" y="21431"/>
                </a:lnTo>
                <a:cubicBezTo>
                  <a:pt x="280816" y="21431"/>
                  <a:pt x="300038" y="40652"/>
                  <a:pt x="300038" y="64294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64294"/>
                </a:lnTo>
                <a:close/>
                <a:moveTo>
                  <a:pt x="32147" y="246459"/>
                </a:moveTo>
                <a:lnTo>
                  <a:pt x="32147" y="267891"/>
                </a:lnTo>
                <a:cubicBezTo>
                  <a:pt x="32147" y="273784"/>
                  <a:pt x="36969" y="278606"/>
                  <a:pt x="42863" y="278606"/>
                </a:cubicBezTo>
                <a:lnTo>
                  <a:pt x="64294" y="278606"/>
                </a:lnTo>
                <a:cubicBezTo>
                  <a:pt x="70187" y="278606"/>
                  <a:pt x="75009" y="273784"/>
                  <a:pt x="75009" y="267891"/>
                </a:cubicBezTo>
                <a:lnTo>
                  <a:pt x="75009" y="246459"/>
                </a:lnTo>
                <a:cubicBezTo>
                  <a:pt x="75009" y="240566"/>
                  <a:pt x="70187" y="235744"/>
                  <a:pt x="64294" y="235744"/>
                </a:cubicBezTo>
                <a:lnTo>
                  <a:pt x="42863" y="235744"/>
                </a:lnTo>
                <a:cubicBezTo>
                  <a:pt x="36969" y="235744"/>
                  <a:pt x="32147" y="240566"/>
                  <a:pt x="32147" y="246459"/>
                </a:cubicBezTo>
                <a:close/>
                <a:moveTo>
                  <a:pt x="235744" y="235744"/>
                </a:moveTo>
                <a:cubicBezTo>
                  <a:pt x="229850" y="235744"/>
                  <a:pt x="225028" y="240566"/>
                  <a:pt x="225028" y="246459"/>
                </a:cubicBezTo>
                <a:lnTo>
                  <a:pt x="225028" y="267891"/>
                </a:lnTo>
                <a:cubicBezTo>
                  <a:pt x="225028" y="273784"/>
                  <a:pt x="229850" y="278606"/>
                  <a:pt x="235744" y="278606"/>
                </a:cubicBezTo>
                <a:lnTo>
                  <a:pt x="257175" y="278606"/>
                </a:lnTo>
                <a:cubicBezTo>
                  <a:pt x="263069" y="278606"/>
                  <a:pt x="267891" y="273784"/>
                  <a:pt x="267891" y="267891"/>
                </a:cubicBezTo>
                <a:lnTo>
                  <a:pt x="267891" y="246459"/>
                </a:lnTo>
                <a:cubicBezTo>
                  <a:pt x="267891" y="240566"/>
                  <a:pt x="263069" y="235744"/>
                  <a:pt x="257175" y="235744"/>
                </a:cubicBezTo>
                <a:lnTo>
                  <a:pt x="235744" y="235744"/>
                </a:lnTo>
                <a:close/>
                <a:moveTo>
                  <a:pt x="32147" y="160734"/>
                </a:moveTo>
                <a:lnTo>
                  <a:pt x="32147" y="182166"/>
                </a:lnTo>
                <a:cubicBezTo>
                  <a:pt x="32147" y="188059"/>
                  <a:pt x="36969" y="192881"/>
                  <a:pt x="42863" y="192881"/>
                </a:cubicBezTo>
                <a:lnTo>
                  <a:pt x="64294" y="192881"/>
                </a:lnTo>
                <a:cubicBezTo>
                  <a:pt x="70187" y="192881"/>
                  <a:pt x="75009" y="188059"/>
                  <a:pt x="75009" y="182166"/>
                </a:cubicBezTo>
                <a:lnTo>
                  <a:pt x="75009" y="160734"/>
                </a:lnTo>
                <a:cubicBezTo>
                  <a:pt x="75009" y="154841"/>
                  <a:pt x="70187" y="150019"/>
                  <a:pt x="64294" y="150019"/>
                </a:cubicBezTo>
                <a:lnTo>
                  <a:pt x="42863" y="150019"/>
                </a:lnTo>
                <a:cubicBezTo>
                  <a:pt x="36969" y="150019"/>
                  <a:pt x="32147" y="154841"/>
                  <a:pt x="32147" y="160734"/>
                </a:cubicBezTo>
                <a:close/>
                <a:moveTo>
                  <a:pt x="235744" y="150019"/>
                </a:moveTo>
                <a:cubicBezTo>
                  <a:pt x="229850" y="150019"/>
                  <a:pt x="225028" y="154841"/>
                  <a:pt x="225028" y="160734"/>
                </a:cubicBezTo>
                <a:lnTo>
                  <a:pt x="225028" y="182166"/>
                </a:lnTo>
                <a:cubicBezTo>
                  <a:pt x="225028" y="188059"/>
                  <a:pt x="229850" y="192881"/>
                  <a:pt x="235744" y="192881"/>
                </a:cubicBezTo>
                <a:lnTo>
                  <a:pt x="257175" y="192881"/>
                </a:lnTo>
                <a:cubicBezTo>
                  <a:pt x="263069" y="192881"/>
                  <a:pt x="267891" y="188059"/>
                  <a:pt x="267891" y="182166"/>
                </a:cubicBezTo>
                <a:lnTo>
                  <a:pt x="267891" y="160734"/>
                </a:lnTo>
                <a:cubicBezTo>
                  <a:pt x="267891" y="154841"/>
                  <a:pt x="263069" y="150019"/>
                  <a:pt x="257175" y="150019"/>
                </a:cubicBezTo>
                <a:lnTo>
                  <a:pt x="235744" y="150019"/>
                </a:lnTo>
                <a:close/>
                <a:moveTo>
                  <a:pt x="32147" y="75009"/>
                </a:moveTo>
                <a:lnTo>
                  <a:pt x="32147" y="96441"/>
                </a:lnTo>
                <a:cubicBezTo>
                  <a:pt x="32147" y="102334"/>
                  <a:pt x="36969" y="107156"/>
                  <a:pt x="42863" y="107156"/>
                </a:cubicBezTo>
                <a:lnTo>
                  <a:pt x="64294" y="107156"/>
                </a:lnTo>
                <a:cubicBezTo>
                  <a:pt x="70187" y="107156"/>
                  <a:pt x="75009" y="102334"/>
                  <a:pt x="75009" y="96441"/>
                </a:cubicBezTo>
                <a:lnTo>
                  <a:pt x="75009" y="75009"/>
                </a:lnTo>
                <a:cubicBezTo>
                  <a:pt x="75009" y="69116"/>
                  <a:pt x="70187" y="64294"/>
                  <a:pt x="64294" y="64294"/>
                </a:cubicBezTo>
                <a:lnTo>
                  <a:pt x="42863" y="64294"/>
                </a:lnTo>
                <a:cubicBezTo>
                  <a:pt x="36969" y="64294"/>
                  <a:pt x="32147" y="69116"/>
                  <a:pt x="32147" y="75009"/>
                </a:cubicBezTo>
                <a:close/>
                <a:moveTo>
                  <a:pt x="235744" y="64294"/>
                </a:moveTo>
                <a:cubicBezTo>
                  <a:pt x="229850" y="64294"/>
                  <a:pt x="225028" y="69116"/>
                  <a:pt x="225028" y="75009"/>
                </a:cubicBezTo>
                <a:lnTo>
                  <a:pt x="225028" y="96441"/>
                </a:lnTo>
                <a:cubicBezTo>
                  <a:pt x="225028" y="102334"/>
                  <a:pt x="229850" y="107156"/>
                  <a:pt x="235744" y="107156"/>
                </a:cubicBezTo>
                <a:lnTo>
                  <a:pt x="257175" y="107156"/>
                </a:lnTo>
                <a:cubicBezTo>
                  <a:pt x="263069" y="107156"/>
                  <a:pt x="267891" y="102334"/>
                  <a:pt x="267891" y="96441"/>
                </a:cubicBezTo>
                <a:lnTo>
                  <a:pt x="267891" y="75009"/>
                </a:lnTo>
                <a:cubicBezTo>
                  <a:pt x="267891" y="69116"/>
                  <a:pt x="263069" y="64294"/>
                  <a:pt x="257175" y="64294"/>
                </a:cubicBezTo>
                <a:lnTo>
                  <a:pt x="235744" y="642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800225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Movie Recommendations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181225"/>
            <a:ext cx="4295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 suggests movies based on what you watched before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75272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 sugjeron filma bazuar në atë që keni parë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63855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31482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719" y="452437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80367" y="21431"/>
                </a:moveTo>
                <a:cubicBezTo>
                  <a:pt x="47818" y="21431"/>
                  <a:pt x="21431" y="47818"/>
                  <a:pt x="21431" y="80367"/>
                </a:cubicBezTo>
                <a:lnTo>
                  <a:pt x="21431" y="192881"/>
                </a:lnTo>
                <a:cubicBezTo>
                  <a:pt x="21431" y="204735"/>
                  <a:pt x="31008" y="214313"/>
                  <a:pt x="42863" y="214313"/>
                </a:cubicBezTo>
                <a:cubicBezTo>
                  <a:pt x="54717" y="214313"/>
                  <a:pt x="64294" y="204735"/>
                  <a:pt x="64294" y="192881"/>
                </a:cubicBezTo>
                <a:lnTo>
                  <a:pt x="64294" y="150019"/>
                </a:lnTo>
                <a:lnTo>
                  <a:pt x="107156" y="150019"/>
                </a:lnTo>
                <a:lnTo>
                  <a:pt x="107156" y="192881"/>
                </a:lnTo>
                <a:cubicBezTo>
                  <a:pt x="107156" y="204735"/>
                  <a:pt x="116733" y="214313"/>
                  <a:pt x="128588" y="214313"/>
                </a:cubicBezTo>
                <a:cubicBezTo>
                  <a:pt x="140442" y="214313"/>
                  <a:pt x="150019" y="204735"/>
                  <a:pt x="150019" y="192881"/>
                </a:cubicBezTo>
                <a:lnTo>
                  <a:pt x="150019" y="80367"/>
                </a:lnTo>
                <a:cubicBezTo>
                  <a:pt x="150019" y="47818"/>
                  <a:pt x="123632" y="21431"/>
                  <a:pt x="91083" y="21431"/>
                </a:cubicBezTo>
                <a:lnTo>
                  <a:pt x="80367" y="21431"/>
                </a:lnTo>
                <a:close/>
                <a:moveTo>
                  <a:pt x="107156" y="107156"/>
                </a:moveTo>
                <a:lnTo>
                  <a:pt x="64294" y="107156"/>
                </a:lnTo>
                <a:lnTo>
                  <a:pt x="64294" y="80367"/>
                </a:lnTo>
                <a:cubicBezTo>
                  <a:pt x="64294" y="71460"/>
                  <a:pt x="71460" y="64294"/>
                  <a:pt x="80367" y="64294"/>
                </a:cubicBezTo>
                <a:lnTo>
                  <a:pt x="91083" y="64294"/>
                </a:lnTo>
                <a:cubicBezTo>
                  <a:pt x="99990" y="64294"/>
                  <a:pt x="107156" y="71460"/>
                  <a:pt x="107156" y="80367"/>
                </a:cubicBezTo>
                <a:lnTo>
                  <a:pt x="107156" y="107156"/>
                </a:lnTo>
                <a:close/>
                <a:moveTo>
                  <a:pt x="203597" y="21431"/>
                </a:moveTo>
                <a:cubicBezTo>
                  <a:pt x="191743" y="21431"/>
                  <a:pt x="182166" y="31008"/>
                  <a:pt x="182166" y="42863"/>
                </a:cubicBezTo>
                <a:lnTo>
                  <a:pt x="182166" y="192881"/>
                </a:lnTo>
                <a:cubicBezTo>
                  <a:pt x="182166" y="204735"/>
                  <a:pt x="191743" y="214313"/>
                  <a:pt x="203597" y="214313"/>
                </a:cubicBezTo>
                <a:lnTo>
                  <a:pt x="251817" y="214313"/>
                </a:lnTo>
                <a:cubicBezTo>
                  <a:pt x="284366" y="214313"/>
                  <a:pt x="310753" y="187925"/>
                  <a:pt x="310753" y="155377"/>
                </a:cubicBezTo>
                <a:cubicBezTo>
                  <a:pt x="310753" y="139571"/>
                  <a:pt x="304525" y="125239"/>
                  <a:pt x="294412" y="114657"/>
                </a:cubicBezTo>
                <a:cubicBezTo>
                  <a:pt x="301310" y="105013"/>
                  <a:pt x="305395" y="93159"/>
                  <a:pt x="305395" y="80367"/>
                </a:cubicBezTo>
                <a:cubicBezTo>
                  <a:pt x="305395" y="47818"/>
                  <a:pt x="279008" y="21431"/>
                  <a:pt x="246459" y="21431"/>
                </a:cubicBezTo>
                <a:lnTo>
                  <a:pt x="203597" y="21431"/>
                </a:lnTo>
                <a:close/>
                <a:moveTo>
                  <a:pt x="246459" y="96441"/>
                </a:moveTo>
                <a:lnTo>
                  <a:pt x="225028" y="96441"/>
                </a:lnTo>
                <a:lnTo>
                  <a:pt x="225028" y="64294"/>
                </a:lnTo>
                <a:lnTo>
                  <a:pt x="246459" y="64294"/>
                </a:lnTo>
                <a:cubicBezTo>
                  <a:pt x="255367" y="64294"/>
                  <a:pt x="262533" y="71460"/>
                  <a:pt x="262533" y="80367"/>
                </a:cubicBezTo>
                <a:cubicBezTo>
                  <a:pt x="262533" y="89275"/>
                  <a:pt x="255367" y="96441"/>
                  <a:pt x="246459" y="96441"/>
                </a:cubicBezTo>
                <a:close/>
                <a:moveTo>
                  <a:pt x="225028" y="171450"/>
                </a:moveTo>
                <a:lnTo>
                  <a:pt x="225028" y="139303"/>
                </a:lnTo>
                <a:lnTo>
                  <a:pt x="251817" y="139303"/>
                </a:lnTo>
                <a:cubicBezTo>
                  <a:pt x="260725" y="139303"/>
                  <a:pt x="267891" y="146469"/>
                  <a:pt x="267891" y="155377"/>
                </a:cubicBezTo>
                <a:cubicBezTo>
                  <a:pt x="267891" y="164284"/>
                  <a:pt x="260725" y="171450"/>
                  <a:pt x="251817" y="171450"/>
                </a:cubicBezTo>
                <a:lnTo>
                  <a:pt x="225028" y="171450"/>
                </a:lnTo>
                <a:close/>
                <a:moveTo>
                  <a:pt x="381074" y="227707"/>
                </a:moveTo>
                <a:cubicBezTo>
                  <a:pt x="388441" y="218465"/>
                  <a:pt x="386968" y="205003"/>
                  <a:pt x="377726" y="197569"/>
                </a:cubicBezTo>
                <a:cubicBezTo>
                  <a:pt x="368484" y="190135"/>
                  <a:pt x="355022" y="191676"/>
                  <a:pt x="347588" y="200918"/>
                </a:cubicBezTo>
                <a:lnTo>
                  <a:pt x="276798" y="289389"/>
                </a:lnTo>
                <a:lnTo>
                  <a:pt x="250880" y="263470"/>
                </a:lnTo>
                <a:cubicBezTo>
                  <a:pt x="242508" y="255099"/>
                  <a:pt x="228913" y="255099"/>
                  <a:pt x="220541" y="263470"/>
                </a:cubicBezTo>
                <a:cubicBezTo>
                  <a:pt x="212169" y="271842"/>
                  <a:pt x="212169" y="285437"/>
                  <a:pt x="220541" y="293809"/>
                </a:cubicBezTo>
                <a:lnTo>
                  <a:pt x="263403" y="336672"/>
                </a:lnTo>
                <a:cubicBezTo>
                  <a:pt x="267690" y="340958"/>
                  <a:pt x="273650" y="343235"/>
                  <a:pt x="279745" y="342900"/>
                </a:cubicBezTo>
                <a:cubicBezTo>
                  <a:pt x="285839" y="342565"/>
                  <a:pt x="291465" y="339618"/>
                  <a:pt x="295282" y="334863"/>
                </a:cubicBezTo>
                <a:lnTo>
                  <a:pt x="381074" y="22770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105275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Spell Checkers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486275"/>
            <a:ext cx="4295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Word and your phone fix spelling mistakes automatically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505777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Korrigjuesi i gabimeve ndreq gabimet automatikisht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63855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31482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6538" y="45243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385763" y="32147"/>
                </a:moveTo>
                <a:cubicBezTo>
                  <a:pt x="385763" y="24713"/>
                  <a:pt x="381945" y="17815"/>
                  <a:pt x="375583" y="13930"/>
                </a:cubicBezTo>
                <a:cubicBezTo>
                  <a:pt x="369220" y="10046"/>
                  <a:pt x="361384" y="9644"/>
                  <a:pt x="354754" y="12993"/>
                </a:cubicBezTo>
                <a:lnTo>
                  <a:pt x="276932" y="51904"/>
                </a:lnTo>
                <a:lnTo>
                  <a:pt x="156783" y="11787"/>
                </a:lnTo>
                <a:cubicBezTo>
                  <a:pt x="151358" y="9979"/>
                  <a:pt x="145532" y="10381"/>
                  <a:pt x="140442" y="12926"/>
                </a:cubicBezTo>
                <a:lnTo>
                  <a:pt x="54717" y="55788"/>
                </a:lnTo>
                <a:cubicBezTo>
                  <a:pt x="47417" y="59472"/>
                  <a:pt x="42863" y="66906"/>
                  <a:pt x="42863" y="75009"/>
                </a:cubicBezTo>
                <a:lnTo>
                  <a:pt x="42863" y="310753"/>
                </a:lnTo>
                <a:cubicBezTo>
                  <a:pt x="42863" y="318187"/>
                  <a:pt x="46680" y="325085"/>
                  <a:pt x="53042" y="328970"/>
                </a:cubicBezTo>
                <a:cubicBezTo>
                  <a:pt x="59405" y="332854"/>
                  <a:pt x="67241" y="333256"/>
                  <a:pt x="73871" y="329907"/>
                </a:cubicBezTo>
                <a:lnTo>
                  <a:pt x="151626" y="290996"/>
                </a:lnTo>
                <a:lnTo>
                  <a:pt x="267690" y="329706"/>
                </a:lnTo>
                <a:cubicBezTo>
                  <a:pt x="264810" y="325420"/>
                  <a:pt x="261997" y="320933"/>
                  <a:pt x="259251" y="316379"/>
                </a:cubicBezTo>
                <a:cubicBezTo>
                  <a:pt x="251884" y="304123"/>
                  <a:pt x="244584" y="290059"/>
                  <a:pt x="239159" y="274990"/>
                </a:cubicBezTo>
                <a:lnTo>
                  <a:pt x="171383" y="252420"/>
                </a:lnTo>
                <a:lnTo>
                  <a:pt x="171383" y="61883"/>
                </a:lnTo>
                <a:lnTo>
                  <a:pt x="257108" y="90480"/>
                </a:lnTo>
                <a:lnTo>
                  <a:pt x="257108" y="156984"/>
                </a:lnTo>
                <a:cubicBezTo>
                  <a:pt x="277870" y="133008"/>
                  <a:pt x="308677" y="117872"/>
                  <a:pt x="342833" y="117872"/>
                </a:cubicBezTo>
                <a:cubicBezTo>
                  <a:pt x="357969" y="117872"/>
                  <a:pt x="372435" y="120819"/>
                  <a:pt x="385696" y="126243"/>
                </a:cubicBezTo>
                <a:lnTo>
                  <a:pt x="385763" y="32147"/>
                </a:lnTo>
                <a:close/>
                <a:moveTo>
                  <a:pt x="342900" y="150019"/>
                </a:moveTo>
                <a:cubicBezTo>
                  <a:pt x="298497" y="150019"/>
                  <a:pt x="262533" y="185380"/>
                  <a:pt x="262533" y="228980"/>
                </a:cubicBezTo>
                <a:cubicBezTo>
                  <a:pt x="262533" y="275124"/>
                  <a:pt x="305462" y="329706"/>
                  <a:pt x="328568" y="355759"/>
                </a:cubicBezTo>
                <a:cubicBezTo>
                  <a:pt x="336337" y="364465"/>
                  <a:pt x="349530" y="364465"/>
                  <a:pt x="357299" y="355759"/>
                </a:cubicBezTo>
                <a:cubicBezTo>
                  <a:pt x="380405" y="329706"/>
                  <a:pt x="423334" y="275124"/>
                  <a:pt x="423334" y="228980"/>
                </a:cubicBezTo>
                <a:cubicBezTo>
                  <a:pt x="423334" y="185380"/>
                  <a:pt x="387370" y="150019"/>
                  <a:pt x="342967" y="150019"/>
                </a:cubicBezTo>
                <a:close/>
                <a:moveTo>
                  <a:pt x="316111" y="230386"/>
                </a:moveTo>
                <a:cubicBezTo>
                  <a:pt x="316111" y="215601"/>
                  <a:pt x="328115" y="203597"/>
                  <a:pt x="342900" y="203597"/>
                </a:cubicBezTo>
                <a:cubicBezTo>
                  <a:pt x="357685" y="203597"/>
                  <a:pt x="369689" y="215601"/>
                  <a:pt x="369689" y="230386"/>
                </a:cubicBezTo>
                <a:cubicBezTo>
                  <a:pt x="369689" y="245171"/>
                  <a:pt x="357685" y="257175"/>
                  <a:pt x="342900" y="257175"/>
                </a:cubicBezTo>
                <a:cubicBezTo>
                  <a:pt x="328115" y="257175"/>
                  <a:pt x="316111" y="245171"/>
                  <a:pt x="316111" y="2303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238625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Navigation Apps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619625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Maps finds the best route and predicts traffic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92442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Maps gjen rrugën më të mirë dhe parashikon trafikun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905500"/>
            <a:ext cx="11430000" cy="5715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6057900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already use AI every day!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 tashmë përdorni IA çdo ditë!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Types of AI: Narrow vs General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Llojet e IA: e Ngushtë vs e Përgjithshme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5626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383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95350" y="1847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847850"/>
            <a:ext cx="1390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Narrow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628900"/>
            <a:ext cx="4953000" cy="914400"/>
          </a:xfrm>
          <a:prstGeom prst="roundRect">
            <a:avLst>
              <a:gd name="adj" fmla="val 12500"/>
            </a:avLst>
          </a:pr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" y="2781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does: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specific task very well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" y="3124200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bën: Një detyrë specifike shumë mirë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6957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Plays chess / Luan shah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0386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Recognizes faces / Njeh fytyrat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81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Translates languages / Përkthen gjuhët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49530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" y="4991100"/>
            <a:ext cx="2136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what we have today!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" y="52197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Kjo është ajo që kemi sot!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8400" y="1333500"/>
            <a:ext cx="55626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3200" y="16383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2750" y="1847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35677" y="187523"/>
                </a:moveTo>
                <a:lnTo>
                  <a:pt x="107826" y="187523"/>
                </a:lnTo>
                <a:cubicBezTo>
                  <a:pt x="109768" y="230721"/>
                  <a:pt x="119345" y="270503"/>
                  <a:pt x="132941" y="299636"/>
                </a:cubicBezTo>
                <a:cubicBezTo>
                  <a:pt x="140576" y="316044"/>
                  <a:pt x="148813" y="327630"/>
                  <a:pt x="156448" y="334729"/>
                </a:cubicBezTo>
                <a:cubicBezTo>
                  <a:pt x="163949" y="341761"/>
                  <a:pt x="169106" y="342900"/>
                  <a:pt x="171785" y="342900"/>
                </a:cubicBezTo>
                <a:cubicBezTo>
                  <a:pt x="174464" y="342900"/>
                  <a:pt x="179621" y="341761"/>
                  <a:pt x="187122" y="334729"/>
                </a:cubicBezTo>
                <a:cubicBezTo>
                  <a:pt x="194756" y="327630"/>
                  <a:pt x="202994" y="315977"/>
                  <a:pt x="210629" y="299636"/>
                </a:cubicBezTo>
                <a:cubicBezTo>
                  <a:pt x="224224" y="270503"/>
                  <a:pt x="233802" y="230721"/>
                  <a:pt x="235744" y="187523"/>
                </a:cubicBezTo>
                <a:close/>
                <a:moveTo>
                  <a:pt x="107759" y="155377"/>
                </a:moveTo>
                <a:lnTo>
                  <a:pt x="235610" y="155377"/>
                </a:lnTo>
                <a:cubicBezTo>
                  <a:pt x="233735" y="112179"/>
                  <a:pt x="224157" y="72397"/>
                  <a:pt x="210562" y="43264"/>
                </a:cubicBezTo>
                <a:cubicBezTo>
                  <a:pt x="202927" y="26923"/>
                  <a:pt x="194690" y="15270"/>
                  <a:pt x="187055" y="8171"/>
                </a:cubicBezTo>
                <a:cubicBezTo>
                  <a:pt x="179554" y="1139"/>
                  <a:pt x="174397" y="0"/>
                  <a:pt x="171718" y="0"/>
                </a:cubicBezTo>
                <a:cubicBezTo>
                  <a:pt x="169039" y="0"/>
                  <a:pt x="163882" y="1139"/>
                  <a:pt x="156381" y="8171"/>
                </a:cubicBezTo>
                <a:cubicBezTo>
                  <a:pt x="148746" y="15270"/>
                  <a:pt x="140509" y="26923"/>
                  <a:pt x="132874" y="43264"/>
                </a:cubicBezTo>
                <a:cubicBezTo>
                  <a:pt x="119278" y="72397"/>
                  <a:pt x="109701" y="112179"/>
                  <a:pt x="107759" y="155377"/>
                </a:cubicBezTo>
                <a:close/>
                <a:moveTo>
                  <a:pt x="75612" y="155377"/>
                </a:moveTo>
                <a:cubicBezTo>
                  <a:pt x="77956" y="98048"/>
                  <a:pt x="92757" y="44805"/>
                  <a:pt x="114389" y="9845"/>
                </a:cubicBezTo>
                <a:cubicBezTo>
                  <a:pt x="52707" y="31678"/>
                  <a:pt x="7300" y="87868"/>
                  <a:pt x="1005" y="155377"/>
                </a:cubicBezTo>
                <a:lnTo>
                  <a:pt x="75612" y="155377"/>
                </a:lnTo>
                <a:close/>
                <a:moveTo>
                  <a:pt x="1005" y="187523"/>
                </a:moveTo>
                <a:cubicBezTo>
                  <a:pt x="7300" y="255032"/>
                  <a:pt x="52707" y="311222"/>
                  <a:pt x="114389" y="333055"/>
                </a:cubicBezTo>
                <a:cubicBezTo>
                  <a:pt x="92757" y="298095"/>
                  <a:pt x="77956" y="244852"/>
                  <a:pt x="75612" y="187523"/>
                </a:cubicBezTo>
                <a:lnTo>
                  <a:pt x="1005" y="187523"/>
                </a:lnTo>
                <a:close/>
                <a:moveTo>
                  <a:pt x="267824" y="187523"/>
                </a:moveTo>
                <a:cubicBezTo>
                  <a:pt x="265480" y="244852"/>
                  <a:pt x="250679" y="298095"/>
                  <a:pt x="229046" y="333055"/>
                </a:cubicBezTo>
                <a:cubicBezTo>
                  <a:pt x="290728" y="311155"/>
                  <a:pt x="336136" y="255032"/>
                  <a:pt x="342431" y="187523"/>
                </a:cubicBezTo>
                <a:lnTo>
                  <a:pt x="267824" y="187523"/>
                </a:lnTo>
                <a:close/>
                <a:moveTo>
                  <a:pt x="342431" y="155377"/>
                </a:moveTo>
                <a:cubicBezTo>
                  <a:pt x="336136" y="87868"/>
                  <a:pt x="290728" y="31678"/>
                  <a:pt x="229046" y="9845"/>
                </a:cubicBezTo>
                <a:cubicBezTo>
                  <a:pt x="250679" y="44805"/>
                  <a:pt x="265480" y="98048"/>
                  <a:pt x="267824" y="155377"/>
                </a:cubicBezTo>
                <a:lnTo>
                  <a:pt x="342431" y="1553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67600" y="184785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General AI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53200" y="2628900"/>
            <a:ext cx="4953000" cy="914400"/>
          </a:xfrm>
          <a:prstGeom prst="roundRect">
            <a:avLst>
              <a:gd name="adj" fmla="val 12500"/>
            </a:avLst>
          </a:prstGeom>
          <a:solidFill>
            <a:srgbClr val="E29578"/>
          </a:solidFill>
          <a:ln/>
        </p:spPr>
      </p:sp>
      <p:sp>
        <p:nvSpPr>
          <p:cNvPr id="22" name="Text 20"/>
          <p:cNvSpPr/>
          <p:nvPr/>
        </p:nvSpPr>
        <p:spPr>
          <a:xfrm>
            <a:off x="6705600" y="2781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does: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Anything a human can 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05600" y="3124200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bën: Çdo gjë që mund të bëjë një njeri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3200" y="36957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Thinks like a human / Mendon si njeri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3200" y="40386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Has common sense / Ka sensin e përbashkët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3200" y="4381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Learns any task / Mëson çdo detyrë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53200" y="4800600"/>
            <a:ext cx="4953000" cy="80010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</p:spPr>
      </p:sp>
      <p:sp>
        <p:nvSpPr>
          <p:cNvPr id="28" name="Text 26"/>
          <p:cNvSpPr/>
          <p:nvPr/>
        </p:nvSpPr>
        <p:spPr>
          <a:xfrm>
            <a:off x="6705600" y="4991100"/>
            <a:ext cx="2005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only exists in movies!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05600" y="52197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Kjo ekziston vetëm në filma!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29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752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8F5F2"/>
          </a:solidFill>
          <a:ln/>
        </p:spPr>
      </p:sp>
      <p:sp>
        <p:nvSpPr>
          <p:cNvPr id="3" name="Text 1"/>
          <p:cNvSpPr/>
          <p:nvPr/>
        </p:nvSpPr>
        <p:spPr>
          <a:xfrm>
            <a:off x="5718721" y="1981200"/>
            <a:ext cx="752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2957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20887" y="31242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Are Large Language Models?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22923" y="3848100"/>
            <a:ext cx="4943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janë Modelet e Mëdha të Gjuhës?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62525" y="464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895975" y="4648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Shape 6"/>
          <p:cNvSpPr/>
          <p:nvPr/>
        </p:nvSpPr>
        <p:spPr>
          <a:xfrm>
            <a:off x="6715125" y="464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42875" y="0"/>
                </a:moveTo>
                <a:cubicBezTo>
                  <a:pt x="158681" y="0"/>
                  <a:pt x="171450" y="12769"/>
                  <a:pt x="171450" y="28575"/>
                </a:cubicBezTo>
                <a:lnTo>
                  <a:pt x="171450" y="57150"/>
                </a:lnTo>
                <a:lnTo>
                  <a:pt x="285750" y="57150"/>
                </a:lnTo>
                <a:cubicBezTo>
                  <a:pt x="301556" y="57150"/>
                  <a:pt x="314325" y="69919"/>
                  <a:pt x="314325" y="85725"/>
                </a:cubicBezTo>
                <a:cubicBezTo>
                  <a:pt x="314325" y="101531"/>
                  <a:pt x="301556" y="114300"/>
                  <a:pt x="285750" y="114300"/>
                </a:cubicBezTo>
                <a:lnTo>
                  <a:pt x="277178" y="114300"/>
                </a:lnTo>
                <a:lnTo>
                  <a:pt x="269677" y="134928"/>
                </a:lnTo>
                <a:cubicBezTo>
                  <a:pt x="255032" y="175290"/>
                  <a:pt x="232976" y="212169"/>
                  <a:pt x="205204" y="243870"/>
                </a:cubicBezTo>
                <a:cubicBezTo>
                  <a:pt x="217884" y="251728"/>
                  <a:pt x="231100" y="258693"/>
                  <a:pt x="244852" y="264855"/>
                </a:cubicBezTo>
                <a:lnTo>
                  <a:pt x="289858" y="284857"/>
                </a:lnTo>
                <a:lnTo>
                  <a:pt x="345400" y="159841"/>
                </a:lnTo>
                <a:cubicBezTo>
                  <a:pt x="349954" y="149483"/>
                  <a:pt x="360224" y="142875"/>
                  <a:pt x="371475" y="142875"/>
                </a:cubicBezTo>
                <a:cubicBezTo>
                  <a:pt x="382726" y="142875"/>
                  <a:pt x="392996" y="149483"/>
                  <a:pt x="397550" y="159841"/>
                </a:cubicBezTo>
                <a:lnTo>
                  <a:pt x="511850" y="417016"/>
                </a:lnTo>
                <a:cubicBezTo>
                  <a:pt x="518279" y="431483"/>
                  <a:pt x="511760" y="448360"/>
                  <a:pt x="497384" y="454700"/>
                </a:cubicBezTo>
                <a:cubicBezTo>
                  <a:pt x="483007" y="461040"/>
                  <a:pt x="466040" y="454610"/>
                  <a:pt x="459700" y="440234"/>
                </a:cubicBezTo>
                <a:lnTo>
                  <a:pt x="441841" y="400050"/>
                </a:lnTo>
                <a:lnTo>
                  <a:pt x="301198" y="400050"/>
                </a:lnTo>
                <a:lnTo>
                  <a:pt x="283339" y="440234"/>
                </a:lnTo>
                <a:cubicBezTo>
                  <a:pt x="276910" y="454700"/>
                  <a:pt x="260032" y="461129"/>
                  <a:pt x="245656" y="454700"/>
                </a:cubicBezTo>
                <a:cubicBezTo>
                  <a:pt x="231279" y="448270"/>
                  <a:pt x="224760" y="431393"/>
                  <a:pt x="231190" y="417016"/>
                </a:cubicBezTo>
                <a:lnTo>
                  <a:pt x="266730" y="337096"/>
                </a:lnTo>
                <a:lnTo>
                  <a:pt x="221724" y="317093"/>
                </a:lnTo>
                <a:cubicBezTo>
                  <a:pt x="201186" y="307985"/>
                  <a:pt x="181541" y="297091"/>
                  <a:pt x="162967" y="284589"/>
                </a:cubicBezTo>
                <a:cubicBezTo>
                  <a:pt x="143947" y="299948"/>
                  <a:pt x="123140" y="313343"/>
                  <a:pt x="100905" y="324505"/>
                </a:cubicBezTo>
                <a:lnTo>
                  <a:pt x="69919" y="339864"/>
                </a:lnTo>
                <a:cubicBezTo>
                  <a:pt x="55811" y="346918"/>
                  <a:pt x="38666" y="341203"/>
                  <a:pt x="31611" y="327094"/>
                </a:cubicBezTo>
                <a:cubicBezTo>
                  <a:pt x="24557" y="312986"/>
                  <a:pt x="30272" y="295841"/>
                  <a:pt x="44381" y="288786"/>
                </a:cubicBezTo>
                <a:lnTo>
                  <a:pt x="75188" y="273338"/>
                </a:lnTo>
                <a:cubicBezTo>
                  <a:pt x="89743" y="266015"/>
                  <a:pt x="103584" y="257532"/>
                  <a:pt x="116622" y="248067"/>
                </a:cubicBezTo>
                <a:cubicBezTo>
                  <a:pt x="104299" y="236726"/>
                  <a:pt x="92690" y="224492"/>
                  <a:pt x="81885" y="211544"/>
                </a:cubicBezTo>
                <a:lnTo>
                  <a:pt x="72866" y="200650"/>
                </a:lnTo>
                <a:cubicBezTo>
                  <a:pt x="62776" y="188506"/>
                  <a:pt x="64383" y="170468"/>
                  <a:pt x="76527" y="160377"/>
                </a:cubicBezTo>
                <a:cubicBezTo>
                  <a:pt x="88672" y="150287"/>
                  <a:pt x="106710" y="151894"/>
                  <a:pt x="116800" y="164038"/>
                </a:cubicBezTo>
                <a:lnTo>
                  <a:pt x="125909" y="174933"/>
                </a:lnTo>
                <a:cubicBezTo>
                  <a:pt x="136178" y="187345"/>
                  <a:pt x="147429" y="198864"/>
                  <a:pt x="159306" y="209490"/>
                </a:cubicBezTo>
                <a:cubicBezTo>
                  <a:pt x="183862" y="182344"/>
                  <a:pt x="203240" y="150465"/>
                  <a:pt x="216009" y="115372"/>
                </a:cubicBezTo>
                <a:lnTo>
                  <a:pt x="216456" y="114300"/>
                </a:lnTo>
                <a:lnTo>
                  <a:pt x="28664" y="114300"/>
                </a:lnTo>
                <a:cubicBezTo>
                  <a:pt x="12769" y="114300"/>
                  <a:pt x="0" y="101531"/>
                  <a:pt x="0" y="85725"/>
                </a:cubicBezTo>
                <a:cubicBezTo>
                  <a:pt x="0" y="69919"/>
                  <a:pt x="12769" y="57150"/>
                  <a:pt x="28575" y="57150"/>
                </a:cubicBezTo>
                <a:lnTo>
                  <a:pt x="114300" y="57150"/>
                </a:lnTo>
                <a:lnTo>
                  <a:pt x="114300" y="28575"/>
                </a:lnTo>
                <a:cubicBezTo>
                  <a:pt x="114300" y="12769"/>
                  <a:pt x="127069" y="0"/>
                  <a:pt x="142875" y="0"/>
                </a:cubicBezTo>
                <a:close/>
                <a:moveTo>
                  <a:pt x="371475" y="241816"/>
                </a:moveTo>
                <a:lnTo>
                  <a:pt x="326559" y="342900"/>
                </a:lnTo>
                <a:lnTo>
                  <a:pt x="416391" y="342900"/>
                </a:lnTo>
                <a:lnTo>
                  <a:pt x="371475" y="241816"/>
                </a:ln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LLMs: Computers That Understand 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Mëdha: Kompjuterët që Kuptojnë Tekstin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24038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526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73906" y="22145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84832"/>
                </a:moveTo>
                <a:cubicBezTo>
                  <a:pt x="169981" y="84832"/>
                  <a:pt x="191988" y="62825"/>
                  <a:pt x="191988" y="35719"/>
                </a:cubicBezTo>
                <a:cubicBezTo>
                  <a:pt x="191988" y="8612"/>
                  <a:pt x="169981" y="-13395"/>
                  <a:pt x="142875" y="-13395"/>
                </a:cubicBezTo>
                <a:cubicBezTo>
                  <a:pt x="115769" y="-13395"/>
                  <a:pt x="93762" y="8612"/>
                  <a:pt x="93762" y="35719"/>
                </a:cubicBezTo>
                <a:cubicBezTo>
                  <a:pt x="93762" y="62825"/>
                  <a:pt x="115769" y="84832"/>
                  <a:pt x="142875" y="84832"/>
                </a:cubicBezTo>
                <a:close/>
                <a:moveTo>
                  <a:pt x="142875" y="251538"/>
                </a:moveTo>
                <a:lnTo>
                  <a:pt x="142875" y="168213"/>
                </a:lnTo>
                <a:cubicBezTo>
                  <a:pt x="151972" y="164418"/>
                  <a:pt x="161237" y="160567"/>
                  <a:pt x="170613" y="156660"/>
                </a:cubicBezTo>
                <a:cubicBezTo>
                  <a:pt x="192379" y="147619"/>
                  <a:pt x="215708" y="142931"/>
                  <a:pt x="239316" y="142931"/>
                </a:cubicBezTo>
                <a:lnTo>
                  <a:pt x="250031" y="142931"/>
                </a:lnTo>
                <a:lnTo>
                  <a:pt x="250031" y="232228"/>
                </a:lnTo>
                <a:lnTo>
                  <a:pt x="239316" y="232228"/>
                </a:lnTo>
                <a:cubicBezTo>
                  <a:pt x="206332" y="232228"/>
                  <a:pt x="173627" y="238758"/>
                  <a:pt x="143154" y="251482"/>
                </a:cubicBezTo>
                <a:lnTo>
                  <a:pt x="142875" y="251594"/>
                </a:lnTo>
                <a:close/>
                <a:moveTo>
                  <a:pt x="142875" y="129480"/>
                </a:moveTo>
                <a:lnTo>
                  <a:pt x="128867" y="123620"/>
                </a:lnTo>
                <a:cubicBezTo>
                  <a:pt x="102747" y="112737"/>
                  <a:pt x="74730" y="107156"/>
                  <a:pt x="46434" y="107156"/>
                </a:cubicBezTo>
                <a:lnTo>
                  <a:pt x="26789" y="107156"/>
                </a:lnTo>
                <a:cubicBezTo>
                  <a:pt x="11999" y="107156"/>
                  <a:pt x="0" y="119156"/>
                  <a:pt x="0" y="133945"/>
                </a:cubicBezTo>
                <a:lnTo>
                  <a:pt x="0" y="241102"/>
                </a:lnTo>
                <a:cubicBezTo>
                  <a:pt x="0" y="255891"/>
                  <a:pt x="11999" y="267891"/>
                  <a:pt x="26789" y="267891"/>
                </a:cubicBezTo>
                <a:lnTo>
                  <a:pt x="46434" y="267891"/>
                </a:lnTo>
                <a:cubicBezTo>
                  <a:pt x="74730" y="267891"/>
                  <a:pt x="102747" y="273472"/>
                  <a:pt x="128867" y="284355"/>
                </a:cubicBezTo>
                <a:lnTo>
                  <a:pt x="136010" y="287313"/>
                </a:lnTo>
                <a:cubicBezTo>
                  <a:pt x="140419" y="289154"/>
                  <a:pt x="145331" y="289154"/>
                  <a:pt x="149740" y="287313"/>
                </a:cubicBezTo>
                <a:lnTo>
                  <a:pt x="156883" y="284355"/>
                </a:lnTo>
                <a:cubicBezTo>
                  <a:pt x="183003" y="273472"/>
                  <a:pt x="211020" y="267891"/>
                  <a:pt x="239316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133945"/>
                </a:lnTo>
                <a:cubicBezTo>
                  <a:pt x="285750" y="119156"/>
                  <a:pt x="273751" y="107156"/>
                  <a:pt x="258961" y="107156"/>
                </a:cubicBezTo>
                <a:lnTo>
                  <a:pt x="239316" y="107156"/>
                </a:lnTo>
                <a:cubicBezTo>
                  <a:pt x="211020" y="107156"/>
                  <a:pt x="183003" y="112737"/>
                  <a:pt x="156883" y="123620"/>
                </a:cubicBezTo>
                <a:lnTo>
                  <a:pt x="142875" y="1294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2637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Are They?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71738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are AI systems that read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pages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text (books, websites, articles) to learn how language works.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05150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Mëdha janë sisteme IA që lexojnë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miliarda faqe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tekst për të mësuar si funksionon gjuha.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019550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42481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906" y="4410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248150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Can They Do?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67250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can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write, answer questions, translate languages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have conversations - just like a smart assistant!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30066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 mund 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shkruajnë, përgjigjen pyetjeve, përkthejnë gjuhë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dhe bisedojnë - si një asistent i zgjuar!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33371" y="2724150"/>
            <a:ext cx="1905000" cy="1524000"/>
          </a:xfrm>
          <a:custGeom>
            <a:avLst/>
            <a:gdLst/>
            <a:ahLst/>
            <a:cxnLst/>
            <a:rect l="l" t="t" r="r" b="b"/>
            <a:pathLst>
              <a:path w="1905000" h="1524000">
                <a:moveTo>
                  <a:pt x="1047750" y="0"/>
                </a:moveTo>
                <a:cubicBezTo>
                  <a:pt x="1047750" y="-52685"/>
                  <a:pt x="1005185" y="-95250"/>
                  <a:pt x="952500" y="-95250"/>
                </a:cubicBezTo>
                <a:cubicBezTo>
                  <a:pt x="899815" y="-95250"/>
                  <a:pt x="857250" y="-52685"/>
                  <a:pt x="857250" y="0"/>
                </a:cubicBezTo>
                <a:lnTo>
                  <a:pt x="857250" y="190500"/>
                </a:lnTo>
                <a:lnTo>
                  <a:pt x="571500" y="190500"/>
                </a:lnTo>
                <a:cubicBezTo>
                  <a:pt x="413742" y="190500"/>
                  <a:pt x="285750" y="318492"/>
                  <a:pt x="285750" y="476250"/>
                </a:cubicBezTo>
                <a:lnTo>
                  <a:pt x="285750" y="1143000"/>
                </a:lnTo>
                <a:cubicBezTo>
                  <a:pt x="285750" y="1300758"/>
                  <a:pt x="413742" y="1428750"/>
                  <a:pt x="571500" y="1428750"/>
                </a:cubicBezTo>
                <a:lnTo>
                  <a:pt x="1333500" y="1428750"/>
                </a:lnTo>
                <a:cubicBezTo>
                  <a:pt x="1491258" y="1428750"/>
                  <a:pt x="1619250" y="1300758"/>
                  <a:pt x="1619250" y="1143000"/>
                </a:cubicBezTo>
                <a:lnTo>
                  <a:pt x="1619250" y="476250"/>
                </a:lnTo>
                <a:cubicBezTo>
                  <a:pt x="1619250" y="318492"/>
                  <a:pt x="1491258" y="190500"/>
                  <a:pt x="1333500" y="190500"/>
                </a:cubicBezTo>
                <a:lnTo>
                  <a:pt x="1047750" y="190500"/>
                </a:lnTo>
                <a:lnTo>
                  <a:pt x="1047750" y="0"/>
                </a:lnTo>
                <a:close/>
                <a:moveTo>
                  <a:pt x="476250" y="1095375"/>
                </a:moveTo>
                <a:cubicBezTo>
                  <a:pt x="476250" y="1055787"/>
                  <a:pt x="508099" y="1023938"/>
                  <a:pt x="547687" y="1023938"/>
                </a:cubicBezTo>
                <a:lnTo>
                  <a:pt x="642938" y="1023938"/>
                </a:lnTo>
                <a:cubicBezTo>
                  <a:pt x="682526" y="1023938"/>
                  <a:pt x="714375" y="1055787"/>
                  <a:pt x="714375" y="1095375"/>
                </a:cubicBezTo>
                <a:cubicBezTo>
                  <a:pt x="714375" y="1134963"/>
                  <a:pt x="682526" y="1166813"/>
                  <a:pt x="642938" y="1166813"/>
                </a:cubicBezTo>
                <a:lnTo>
                  <a:pt x="547687" y="1166813"/>
                </a:lnTo>
                <a:cubicBezTo>
                  <a:pt x="508099" y="1166813"/>
                  <a:pt x="476250" y="1134963"/>
                  <a:pt x="476250" y="1095375"/>
                </a:cubicBezTo>
                <a:close/>
                <a:moveTo>
                  <a:pt x="833438" y="1095375"/>
                </a:moveTo>
                <a:cubicBezTo>
                  <a:pt x="833438" y="1055787"/>
                  <a:pt x="865287" y="1023938"/>
                  <a:pt x="904875" y="1023938"/>
                </a:cubicBezTo>
                <a:lnTo>
                  <a:pt x="1000125" y="1023938"/>
                </a:lnTo>
                <a:cubicBezTo>
                  <a:pt x="1039713" y="1023938"/>
                  <a:pt x="1071563" y="1055787"/>
                  <a:pt x="1071563" y="1095375"/>
                </a:cubicBezTo>
                <a:cubicBezTo>
                  <a:pt x="1071563" y="1134963"/>
                  <a:pt x="1039713" y="1166813"/>
                  <a:pt x="1000125" y="1166813"/>
                </a:cubicBezTo>
                <a:lnTo>
                  <a:pt x="904875" y="1166813"/>
                </a:lnTo>
                <a:cubicBezTo>
                  <a:pt x="865287" y="1166813"/>
                  <a:pt x="833438" y="1134963"/>
                  <a:pt x="833438" y="1095375"/>
                </a:cubicBezTo>
                <a:close/>
                <a:moveTo>
                  <a:pt x="1190625" y="1095375"/>
                </a:moveTo>
                <a:cubicBezTo>
                  <a:pt x="1190625" y="1055787"/>
                  <a:pt x="1222474" y="1023938"/>
                  <a:pt x="1262063" y="1023938"/>
                </a:cubicBezTo>
                <a:lnTo>
                  <a:pt x="1357313" y="1023938"/>
                </a:lnTo>
                <a:cubicBezTo>
                  <a:pt x="1396901" y="1023938"/>
                  <a:pt x="1428750" y="1055787"/>
                  <a:pt x="1428750" y="1095375"/>
                </a:cubicBezTo>
                <a:cubicBezTo>
                  <a:pt x="1428750" y="1134963"/>
                  <a:pt x="1396901" y="1166813"/>
                  <a:pt x="1357313" y="1166813"/>
                </a:cubicBezTo>
                <a:lnTo>
                  <a:pt x="1262063" y="1166813"/>
                </a:lnTo>
                <a:cubicBezTo>
                  <a:pt x="1222474" y="1166813"/>
                  <a:pt x="1190625" y="1134963"/>
                  <a:pt x="1190625" y="1095375"/>
                </a:cubicBezTo>
                <a:close/>
                <a:moveTo>
                  <a:pt x="666750" y="523875"/>
                </a:moveTo>
                <a:cubicBezTo>
                  <a:pt x="745605" y="523875"/>
                  <a:pt x="809625" y="587895"/>
                  <a:pt x="809625" y="666750"/>
                </a:cubicBezTo>
                <a:cubicBezTo>
                  <a:pt x="809625" y="745605"/>
                  <a:pt x="745605" y="809625"/>
                  <a:pt x="666750" y="809625"/>
                </a:cubicBezTo>
                <a:cubicBezTo>
                  <a:pt x="587895" y="809625"/>
                  <a:pt x="523875" y="745605"/>
                  <a:pt x="523875" y="666750"/>
                </a:cubicBezTo>
                <a:cubicBezTo>
                  <a:pt x="523875" y="587895"/>
                  <a:pt x="587895" y="523875"/>
                  <a:pt x="666750" y="523875"/>
                </a:cubicBezTo>
                <a:close/>
                <a:moveTo>
                  <a:pt x="1095375" y="666750"/>
                </a:moveTo>
                <a:cubicBezTo>
                  <a:pt x="1095375" y="587895"/>
                  <a:pt x="1159395" y="523875"/>
                  <a:pt x="1238250" y="523875"/>
                </a:cubicBezTo>
                <a:cubicBezTo>
                  <a:pt x="1317105" y="523875"/>
                  <a:pt x="1381125" y="587895"/>
                  <a:pt x="1381125" y="666750"/>
                </a:cubicBezTo>
                <a:cubicBezTo>
                  <a:pt x="1381125" y="745605"/>
                  <a:pt x="1317105" y="809625"/>
                  <a:pt x="1238250" y="809625"/>
                </a:cubicBezTo>
                <a:cubicBezTo>
                  <a:pt x="1159395" y="809625"/>
                  <a:pt x="1095375" y="745605"/>
                  <a:pt x="1095375" y="666750"/>
                </a:cubicBezTo>
                <a:close/>
                <a:moveTo>
                  <a:pt x="190500" y="666750"/>
                </a:moveTo>
                <a:cubicBezTo>
                  <a:pt x="190500" y="614065"/>
                  <a:pt x="147935" y="571500"/>
                  <a:pt x="95250" y="571500"/>
                </a:cubicBezTo>
                <a:cubicBezTo>
                  <a:pt x="42565" y="571500"/>
                  <a:pt x="0" y="614065"/>
                  <a:pt x="0" y="666750"/>
                </a:cubicBezTo>
                <a:lnTo>
                  <a:pt x="0" y="952500"/>
                </a:lnTo>
                <a:cubicBezTo>
                  <a:pt x="0" y="1005185"/>
                  <a:pt x="42565" y="1047750"/>
                  <a:pt x="95250" y="1047750"/>
                </a:cubicBezTo>
                <a:cubicBezTo>
                  <a:pt x="147935" y="1047750"/>
                  <a:pt x="190500" y="1005185"/>
                  <a:pt x="190500" y="952500"/>
                </a:cubicBezTo>
                <a:lnTo>
                  <a:pt x="190500" y="666750"/>
                </a:lnTo>
                <a:close/>
                <a:moveTo>
                  <a:pt x="1809750" y="571500"/>
                </a:moveTo>
                <a:cubicBezTo>
                  <a:pt x="1757065" y="571500"/>
                  <a:pt x="1714500" y="614065"/>
                  <a:pt x="1714500" y="666750"/>
                </a:cubicBezTo>
                <a:lnTo>
                  <a:pt x="1714500" y="952500"/>
                </a:lnTo>
                <a:cubicBezTo>
                  <a:pt x="1714500" y="1005185"/>
                  <a:pt x="1757065" y="1047750"/>
                  <a:pt x="1809750" y="1047750"/>
                </a:cubicBezTo>
                <a:cubicBezTo>
                  <a:pt x="1862435" y="1047750"/>
                  <a:pt x="1905000" y="1005185"/>
                  <a:pt x="1905000" y="952500"/>
                </a:cubicBezTo>
                <a:lnTo>
                  <a:pt x="1905000" y="666750"/>
                </a:lnTo>
                <a:cubicBezTo>
                  <a:pt x="1905000" y="614065"/>
                  <a:pt x="1862435" y="571500"/>
                  <a:pt x="1809750" y="5715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576221" y="4476750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Assistant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 i Zgjuar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Why 'Large'? Why 'Language'?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Pse 'e Madhe'? Pse 'Gjuhë'?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3657600" cy="5143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91766" y="1724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1695450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Large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24100"/>
            <a:ext cx="3200400" cy="914400"/>
          </a:xfrm>
          <a:prstGeom prst="roundRect">
            <a:avLst>
              <a:gd name="adj" fmla="val 12500"/>
            </a:avLst>
          </a:pr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505075"/>
            <a:ext cx="2381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on billions of words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8194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Stërvitur me miliarda fjalë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3909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reading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books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38100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të lexosh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miliona libra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" y="4191000"/>
            <a:ext cx="32004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3434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data = smarter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6101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Më shumë të dhëna = IA më e zgjuar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67200" y="1333500"/>
            <a:ext cx="3657600" cy="5143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958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42247" y="17240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19700" y="1695450"/>
            <a:ext cx="1400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95800" y="2324100"/>
            <a:ext cx="3200400" cy="914400"/>
          </a:xfrm>
          <a:prstGeom prst="roundRect">
            <a:avLst>
              <a:gd name="adj" fmla="val 12500"/>
            </a:avLst>
          </a:prstGeom>
          <a:solidFill>
            <a:srgbClr val="E29578"/>
          </a:solidFill>
          <a:ln/>
        </p:spPr>
      </p:sp>
      <p:sp>
        <p:nvSpPr>
          <p:cNvPr id="21" name="Text 19"/>
          <p:cNvSpPr/>
          <p:nvPr/>
        </p:nvSpPr>
        <p:spPr>
          <a:xfrm>
            <a:off x="4648200" y="2505075"/>
            <a:ext cx="2457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with human language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48200" y="28194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Punon me gjuhën njerëzore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95800" y="33909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English, Albanian, and more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95800" y="38100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Kupton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anglisht, shqip dhe më shumë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5800" y="4191000"/>
            <a:ext cx="3200400" cy="80010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</p:spPr>
      </p:sp>
      <p:sp>
        <p:nvSpPr>
          <p:cNvPr id="26" name="Text 24"/>
          <p:cNvSpPr/>
          <p:nvPr/>
        </p:nvSpPr>
        <p:spPr>
          <a:xfrm>
            <a:off x="4648200" y="43434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in → Smart response out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8200" y="46101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Tekst hyrës → Përgjigje e zgjuar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53400" y="1333500"/>
            <a:ext cx="3657600" cy="5143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820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63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183" y="-1395"/>
                </a:moveTo>
                <a:cubicBezTo>
                  <a:pt x="136234" y="-7758"/>
                  <a:pt x="149851" y="-7758"/>
                  <a:pt x="160902" y="-1395"/>
                </a:cubicBezTo>
                <a:lnTo>
                  <a:pt x="259073" y="55252"/>
                </a:lnTo>
                <a:cubicBezTo>
                  <a:pt x="270123" y="61615"/>
                  <a:pt x="276932" y="73447"/>
                  <a:pt x="276932" y="86171"/>
                </a:cubicBezTo>
                <a:lnTo>
                  <a:pt x="276932" y="199467"/>
                </a:lnTo>
                <a:cubicBezTo>
                  <a:pt x="276932" y="212248"/>
                  <a:pt x="270123" y="224024"/>
                  <a:pt x="259073" y="230386"/>
                </a:cubicBezTo>
                <a:lnTo>
                  <a:pt x="160902" y="287145"/>
                </a:lnTo>
                <a:cubicBezTo>
                  <a:pt x="149851" y="293508"/>
                  <a:pt x="136234" y="293508"/>
                  <a:pt x="125183" y="287145"/>
                </a:cubicBezTo>
                <a:lnTo>
                  <a:pt x="27068" y="230498"/>
                </a:lnTo>
                <a:cubicBezTo>
                  <a:pt x="16018" y="224135"/>
                  <a:pt x="9209" y="212303"/>
                  <a:pt x="9209" y="199579"/>
                </a:cubicBezTo>
                <a:lnTo>
                  <a:pt x="9209" y="86283"/>
                </a:lnTo>
                <a:cubicBezTo>
                  <a:pt x="9209" y="73502"/>
                  <a:pt x="16018" y="61726"/>
                  <a:pt x="27068" y="55364"/>
                </a:cubicBezTo>
                <a:lnTo>
                  <a:pt x="125183" y="-1395"/>
                </a:lnTo>
                <a:close/>
                <a:moveTo>
                  <a:pt x="241157" y="199523"/>
                </a:moveTo>
                <a:lnTo>
                  <a:pt x="241157" y="106821"/>
                </a:lnTo>
                <a:lnTo>
                  <a:pt x="160902" y="153144"/>
                </a:lnTo>
                <a:lnTo>
                  <a:pt x="160902" y="245845"/>
                </a:lnTo>
                <a:lnTo>
                  <a:pt x="241157" y="199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05900" y="1695450"/>
            <a:ext cx="933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2000" y="2324100"/>
            <a:ext cx="3200400" cy="914400"/>
          </a:xfrm>
          <a:prstGeom prst="roundRect">
            <a:avLst>
              <a:gd name="adj" fmla="val 12500"/>
            </a:avLst>
          </a:pr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8534400" y="2505075"/>
            <a:ext cx="1823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computer program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34400" y="28194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Një program kompjuterik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82000" y="33909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recipe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computer follows!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2000" y="38100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një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recetë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që kompjuteri ndjek!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2000" y="4191000"/>
            <a:ext cx="32004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38" name="Text 36"/>
          <p:cNvSpPr/>
          <p:nvPr/>
        </p:nvSpPr>
        <p:spPr>
          <a:xfrm>
            <a:off x="8534400" y="43434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patterns from data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34400" y="46101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Mëson modele nga të dhënat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Famous LLMs You Might Know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Famshme që Mund të Njihni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3657600" cy="41529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2600" y="1562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1924050" y="17907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86061" y="2628900"/>
            <a:ext cx="1247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ChatGPT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8883" y="308610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by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0194" y="3429000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Krijuar nga OpenAI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810000"/>
            <a:ext cx="3200400" cy="723900"/>
          </a:xfrm>
          <a:prstGeom prst="roundRect">
            <a:avLst>
              <a:gd name="adj" fmla="val 15789"/>
            </a:avLst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3962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Talks, writes, helps with homework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8663" y="41910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Bisedon, shkruan, ndihmon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7200" y="1333500"/>
            <a:ext cx="3657600" cy="41529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38800" y="1562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5" name="Shape 13"/>
          <p:cNvSpPr/>
          <p:nvPr/>
        </p:nvSpPr>
        <p:spPr>
          <a:xfrm>
            <a:off x="58674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575846" y="2628900"/>
            <a:ext cx="1038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Claude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3079" y="308610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by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63617" y="34290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Krijuar nga Anthropic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5800" y="3810000"/>
            <a:ext cx="3200400" cy="723900"/>
          </a:xfrm>
          <a:prstGeom prst="roundRect">
            <a:avLst>
              <a:gd name="adj" fmla="val 15789"/>
            </a:avLst>
          </a:prstGeom>
          <a:solidFill>
            <a:srgbClr val="E29578"/>
          </a:solidFill>
          <a:ln/>
        </p:spPr>
      </p:sp>
      <p:sp>
        <p:nvSpPr>
          <p:cNvPr id="20" name="Text 18"/>
          <p:cNvSpPr/>
          <p:nvPr/>
        </p:nvSpPr>
        <p:spPr>
          <a:xfrm>
            <a:off x="4610100" y="3962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 at analysis and writing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4863" y="41910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 shkëlqyer në analizë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3400" y="1333500"/>
            <a:ext cx="3657600" cy="41529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25000" y="1562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4209" y="30182"/>
                </a:moveTo>
                <a:cubicBezTo>
                  <a:pt x="108228" y="24735"/>
                  <a:pt x="114657" y="21431"/>
                  <a:pt x="121444" y="21431"/>
                </a:cubicBezTo>
                <a:lnTo>
                  <a:pt x="335756" y="21431"/>
                </a:lnTo>
                <a:cubicBezTo>
                  <a:pt x="342543" y="21431"/>
                  <a:pt x="348972" y="24646"/>
                  <a:pt x="352991" y="30182"/>
                </a:cubicBezTo>
                <a:lnTo>
                  <a:pt x="453003" y="165914"/>
                </a:lnTo>
                <a:cubicBezTo>
                  <a:pt x="459075" y="174129"/>
                  <a:pt x="458450" y="185470"/>
                  <a:pt x="451664" y="193060"/>
                </a:cubicBezTo>
                <a:lnTo>
                  <a:pt x="244495" y="421660"/>
                </a:lnTo>
                <a:cubicBezTo>
                  <a:pt x="240476" y="426125"/>
                  <a:pt x="234672" y="428714"/>
                  <a:pt x="228600" y="428714"/>
                </a:cubicBezTo>
                <a:cubicBezTo>
                  <a:pt x="222528" y="428714"/>
                  <a:pt x="216813" y="426125"/>
                  <a:pt x="212705" y="421660"/>
                </a:cubicBezTo>
                <a:lnTo>
                  <a:pt x="5536" y="193060"/>
                </a:lnTo>
                <a:cubicBezTo>
                  <a:pt x="-1339" y="185470"/>
                  <a:pt x="-1875" y="174129"/>
                  <a:pt x="4197" y="165914"/>
                </a:cubicBezTo>
                <a:lnTo>
                  <a:pt x="104209" y="30182"/>
                </a:lnTo>
                <a:close/>
                <a:moveTo>
                  <a:pt x="138589" y="65723"/>
                </a:moveTo>
                <a:cubicBezTo>
                  <a:pt x="135642" y="67955"/>
                  <a:pt x="134838" y="71973"/>
                  <a:pt x="136714" y="75099"/>
                </a:cubicBezTo>
                <a:lnTo>
                  <a:pt x="187970" y="160556"/>
                </a:lnTo>
                <a:lnTo>
                  <a:pt x="56525" y="171450"/>
                </a:lnTo>
                <a:cubicBezTo>
                  <a:pt x="52864" y="171718"/>
                  <a:pt x="50006" y="174843"/>
                  <a:pt x="50006" y="178594"/>
                </a:cubicBezTo>
                <a:cubicBezTo>
                  <a:pt x="50006" y="182344"/>
                  <a:pt x="52864" y="185380"/>
                  <a:pt x="56525" y="185738"/>
                </a:cubicBezTo>
                <a:lnTo>
                  <a:pt x="227975" y="200025"/>
                </a:lnTo>
                <a:cubicBezTo>
                  <a:pt x="228332" y="200025"/>
                  <a:pt x="228779" y="200025"/>
                  <a:pt x="229136" y="200025"/>
                </a:cubicBezTo>
                <a:lnTo>
                  <a:pt x="400586" y="185738"/>
                </a:lnTo>
                <a:cubicBezTo>
                  <a:pt x="404247" y="185470"/>
                  <a:pt x="407104" y="182344"/>
                  <a:pt x="407104" y="178594"/>
                </a:cubicBezTo>
                <a:cubicBezTo>
                  <a:pt x="407104" y="174843"/>
                  <a:pt x="404247" y="171807"/>
                  <a:pt x="400586" y="171450"/>
                </a:cubicBezTo>
                <a:lnTo>
                  <a:pt x="269141" y="160466"/>
                </a:lnTo>
                <a:lnTo>
                  <a:pt x="320397" y="75099"/>
                </a:lnTo>
                <a:cubicBezTo>
                  <a:pt x="322272" y="71973"/>
                  <a:pt x="321469" y="67866"/>
                  <a:pt x="318522" y="65723"/>
                </a:cubicBezTo>
                <a:cubicBezTo>
                  <a:pt x="315575" y="63579"/>
                  <a:pt x="311468" y="63937"/>
                  <a:pt x="308967" y="66615"/>
                </a:cubicBezTo>
                <a:lnTo>
                  <a:pt x="228600" y="153769"/>
                </a:lnTo>
                <a:lnTo>
                  <a:pt x="148144" y="66615"/>
                </a:lnTo>
                <a:cubicBezTo>
                  <a:pt x="145643" y="63937"/>
                  <a:pt x="141536" y="63579"/>
                  <a:pt x="138589" y="657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459218" y="2628900"/>
            <a:ext cx="104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Gemini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2863" y="30861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by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41793" y="34290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Krijuar nga Google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3810000"/>
            <a:ext cx="3200400" cy="723900"/>
          </a:xfrm>
          <a:prstGeom prst="roundRect">
            <a:avLst>
              <a:gd name="adj" fmla="val 15789"/>
            </a:avLst>
          </a:pr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8496300" y="3962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to Google services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1063" y="41910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 lidhur me shërbimet Google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5638800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4A7C59"/>
          </a:solidFill>
          <a:ln/>
        </p:spPr>
      </p:sp>
      <p:sp>
        <p:nvSpPr>
          <p:cNvPr id="32" name="Text 30"/>
          <p:cNvSpPr/>
          <p:nvPr/>
        </p:nvSpPr>
        <p:spPr>
          <a:xfrm>
            <a:off x="3639592" y="5819775"/>
            <a:ext cx="49126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all work similarly - just made by different companies!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32386" y="6086475"/>
            <a:ext cx="59272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Të gjitha funksionojnë njësoj - thjesht krijuar nga kompani të ndryshme!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LLMs Learn: Reading the Internet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Mësojnë Modelet: Duke Lexuar Internetin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038350"/>
            <a:ext cx="667702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22288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805607" y="2343150"/>
            <a:ext cx="180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7300" y="2228850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Read Everything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2571750"/>
            <a:ext cx="490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read </a:t>
            </a: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web pages, books, articles</a:t>
            </a: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like a super-fast reader!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800350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Lexojnë </a:t>
            </a: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miliarda faqe interneti, libra, artikuj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si një lexues super i shpejtë!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333750"/>
            <a:ext cx="667702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35242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032" y="363855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7300" y="352425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7300" y="3867150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learn </a:t>
            </a: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words go together</a:t>
            </a: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grammar, and facts about the world.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40957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Mësojnë </a:t>
            </a: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shkojnë fjalët së bashku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gramatikën dhe fakte për botën.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629150"/>
            <a:ext cx="6677025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1500" y="48196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775395" y="493395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7300" y="4819650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Practice Writing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5162550"/>
            <a:ext cx="534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practice </a:t>
            </a: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what comes next</a:t>
            </a: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sentences, getting better over time.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5391150"/>
            <a:ext cx="533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Praktikojnë </a:t>
            </a:r>
            <a:r>
              <a:rPr lang="en-US" sz="10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parashikimin e asaj që vjen më pas</a:t>
            </a: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duke u përmirësuar me kalimin e kohës.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19121" y="2724150"/>
            <a:ext cx="1333500" cy="1524000"/>
          </a:xfrm>
          <a:custGeom>
            <a:avLst/>
            <a:gdLst/>
            <a:ahLst/>
            <a:cxnLst/>
            <a:rect l="l" t="t" r="r" b="b"/>
            <a:pathLst>
              <a:path w="1333500" h="1524000">
                <a:moveTo>
                  <a:pt x="1143000" y="1524000"/>
                </a:moveTo>
                <a:lnTo>
                  <a:pt x="285750" y="1524000"/>
                </a:lnTo>
                <a:cubicBezTo>
                  <a:pt x="127992" y="1524000"/>
                  <a:pt x="0" y="1396008"/>
                  <a:pt x="0" y="1238250"/>
                </a:cubicBezTo>
                <a:lnTo>
                  <a:pt x="0" y="285750"/>
                </a:lnTo>
                <a:cubicBezTo>
                  <a:pt x="0" y="127992"/>
                  <a:pt x="127992" y="0"/>
                  <a:pt x="285750" y="0"/>
                </a:cubicBezTo>
                <a:lnTo>
                  <a:pt x="1190625" y="0"/>
                </a:lnTo>
                <a:cubicBezTo>
                  <a:pt x="1269504" y="0"/>
                  <a:pt x="1333500" y="63996"/>
                  <a:pt x="1333500" y="142875"/>
                </a:cubicBezTo>
                <a:lnTo>
                  <a:pt x="1333500" y="1000125"/>
                </a:lnTo>
                <a:cubicBezTo>
                  <a:pt x="1333500" y="1062335"/>
                  <a:pt x="1293614" y="1115318"/>
                  <a:pt x="1238250" y="1134963"/>
                </a:cubicBezTo>
                <a:lnTo>
                  <a:pt x="1238250" y="1333500"/>
                </a:lnTo>
                <a:cubicBezTo>
                  <a:pt x="1290935" y="1333500"/>
                  <a:pt x="1333500" y="1376065"/>
                  <a:pt x="1333500" y="1428750"/>
                </a:cubicBezTo>
                <a:cubicBezTo>
                  <a:pt x="1333500" y="1481435"/>
                  <a:pt x="1290935" y="1524000"/>
                  <a:pt x="1238250" y="1524000"/>
                </a:cubicBezTo>
                <a:lnTo>
                  <a:pt x="1143000" y="1524000"/>
                </a:lnTo>
                <a:close/>
                <a:moveTo>
                  <a:pt x="285750" y="1143000"/>
                </a:moveTo>
                <a:cubicBezTo>
                  <a:pt x="233065" y="1143000"/>
                  <a:pt x="190500" y="1185565"/>
                  <a:pt x="190500" y="1238250"/>
                </a:cubicBezTo>
                <a:cubicBezTo>
                  <a:pt x="190500" y="1290935"/>
                  <a:pt x="233065" y="1333500"/>
                  <a:pt x="285750" y="1333500"/>
                </a:cubicBezTo>
                <a:lnTo>
                  <a:pt x="1047750" y="1333500"/>
                </a:lnTo>
                <a:lnTo>
                  <a:pt x="1047750" y="1143000"/>
                </a:lnTo>
                <a:lnTo>
                  <a:pt x="285750" y="1143000"/>
                </a:lnTo>
                <a:close/>
                <a:moveTo>
                  <a:pt x="381000" y="452438"/>
                </a:moveTo>
                <a:cubicBezTo>
                  <a:pt x="381000" y="492026"/>
                  <a:pt x="412849" y="523875"/>
                  <a:pt x="452438" y="523875"/>
                </a:cubicBezTo>
                <a:lnTo>
                  <a:pt x="976312" y="523875"/>
                </a:lnTo>
                <a:cubicBezTo>
                  <a:pt x="1015901" y="523875"/>
                  <a:pt x="1047750" y="492026"/>
                  <a:pt x="1047750" y="452438"/>
                </a:cubicBezTo>
                <a:cubicBezTo>
                  <a:pt x="1047750" y="412849"/>
                  <a:pt x="1015901" y="381000"/>
                  <a:pt x="976312" y="381000"/>
                </a:cubicBezTo>
                <a:lnTo>
                  <a:pt x="452438" y="381000"/>
                </a:lnTo>
                <a:cubicBezTo>
                  <a:pt x="412849" y="381000"/>
                  <a:pt x="381000" y="412849"/>
                  <a:pt x="381000" y="452438"/>
                </a:cubicBezTo>
                <a:close/>
                <a:moveTo>
                  <a:pt x="452438" y="666750"/>
                </a:moveTo>
                <a:cubicBezTo>
                  <a:pt x="412849" y="666750"/>
                  <a:pt x="381000" y="698599"/>
                  <a:pt x="381000" y="738188"/>
                </a:cubicBezTo>
                <a:cubicBezTo>
                  <a:pt x="381000" y="777776"/>
                  <a:pt x="412849" y="809625"/>
                  <a:pt x="452438" y="809625"/>
                </a:cubicBezTo>
                <a:lnTo>
                  <a:pt x="976312" y="809625"/>
                </a:lnTo>
                <a:cubicBezTo>
                  <a:pt x="1015901" y="809625"/>
                  <a:pt x="1047750" y="777776"/>
                  <a:pt x="1047750" y="738188"/>
                </a:cubicBezTo>
                <a:cubicBezTo>
                  <a:pt x="1047750" y="698599"/>
                  <a:pt x="1015901" y="666750"/>
                  <a:pt x="976312" y="666750"/>
                </a:cubicBezTo>
                <a:lnTo>
                  <a:pt x="452438" y="66675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8576221" y="4476750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Process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Procesi i Mësimit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4A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752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8F5F2"/>
          </a:solidFill>
          <a:ln/>
        </p:spPr>
      </p:sp>
      <p:sp>
        <p:nvSpPr>
          <p:cNvPr id="3" name="Text 1"/>
          <p:cNvSpPr/>
          <p:nvPr/>
        </p:nvSpPr>
        <p:spPr>
          <a:xfrm>
            <a:off x="5715595" y="1981200"/>
            <a:ext cx="76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30637" y="312420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Do LLMs Work?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87911" y="3848100"/>
            <a:ext cx="561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E295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Funksionojnë Modelet e Mëdha të Gjuhës?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3950" y="4648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8674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8" name="Shape 6"/>
          <p:cNvSpPr/>
          <p:nvPr/>
        </p:nvSpPr>
        <p:spPr>
          <a:xfrm>
            <a:off x="67437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Pattern Matching: Like Autocomplete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Përputhja e Modeleve: Si Autocomplete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938337"/>
            <a:ext cx="6677025" cy="1743075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166938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56047" y="232886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85750" y="250031"/>
                </a:lnTo>
                <a:cubicBezTo>
                  <a:pt x="305451" y="250031"/>
                  <a:pt x="321469" y="234014"/>
                  <a:pt x="321469" y="214313"/>
                </a:cubicBezTo>
                <a:lnTo>
                  <a:pt x="321469" y="71438"/>
                </a:lnTo>
                <a:cubicBezTo>
                  <a:pt x="321469" y="51736"/>
                  <a:pt x="305451" y="35719"/>
                  <a:pt x="285750" y="35719"/>
                </a:cubicBezTo>
                <a:lnTo>
                  <a:pt x="35719" y="35719"/>
                </a:lnTo>
                <a:close/>
                <a:moveTo>
                  <a:pt x="44648" y="71438"/>
                </a:moveTo>
                <a:lnTo>
                  <a:pt x="62508" y="71438"/>
                </a:lnTo>
                <a:cubicBezTo>
                  <a:pt x="67419" y="71438"/>
                  <a:pt x="71438" y="75456"/>
                  <a:pt x="71438" y="80367"/>
                </a:cubicBezTo>
                <a:lnTo>
                  <a:pt x="71438" y="98227"/>
                </a:lnTo>
                <a:cubicBezTo>
                  <a:pt x="71438" y="103138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03138"/>
                  <a:pt x="35719" y="98227"/>
                </a:cubicBezTo>
                <a:lnTo>
                  <a:pt x="35719" y="80367"/>
                </a:lnTo>
                <a:cubicBezTo>
                  <a:pt x="35719" y="75456"/>
                  <a:pt x="39737" y="71438"/>
                  <a:pt x="44648" y="71438"/>
                </a:cubicBezTo>
                <a:close/>
                <a:moveTo>
                  <a:pt x="35719" y="133945"/>
                </a:moveTo>
                <a:cubicBezTo>
                  <a:pt x="35719" y="129034"/>
                  <a:pt x="39737" y="125016"/>
                  <a:pt x="44648" y="125016"/>
                </a:cubicBezTo>
                <a:lnTo>
                  <a:pt x="62508" y="125016"/>
                </a:lnTo>
                <a:cubicBezTo>
                  <a:pt x="67419" y="125016"/>
                  <a:pt x="71438" y="129034"/>
                  <a:pt x="71438" y="133945"/>
                </a:cubicBezTo>
                <a:lnTo>
                  <a:pt x="71438" y="151805"/>
                </a:lnTo>
                <a:cubicBezTo>
                  <a:pt x="71438" y="156716"/>
                  <a:pt x="67419" y="160734"/>
                  <a:pt x="62508" y="160734"/>
                </a:cubicBezTo>
                <a:lnTo>
                  <a:pt x="44648" y="160734"/>
                </a:lnTo>
                <a:cubicBezTo>
                  <a:pt x="39737" y="160734"/>
                  <a:pt x="35719" y="156716"/>
                  <a:pt x="35719" y="151805"/>
                </a:cubicBezTo>
                <a:lnTo>
                  <a:pt x="35719" y="133945"/>
                </a:lnTo>
                <a:close/>
                <a:moveTo>
                  <a:pt x="98227" y="71438"/>
                </a:moveTo>
                <a:lnTo>
                  <a:pt x="116086" y="71438"/>
                </a:lnTo>
                <a:cubicBezTo>
                  <a:pt x="120997" y="71438"/>
                  <a:pt x="125016" y="75456"/>
                  <a:pt x="125016" y="80367"/>
                </a:cubicBezTo>
                <a:lnTo>
                  <a:pt x="125016" y="98227"/>
                </a:lnTo>
                <a:cubicBezTo>
                  <a:pt x="125016" y="103138"/>
                  <a:pt x="120997" y="107156"/>
                  <a:pt x="116086" y="107156"/>
                </a:cubicBezTo>
                <a:lnTo>
                  <a:pt x="98227" y="107156"/>
                </a:lnTo>
                <a:cubicBezTo>
                  <a:pt x="93315" y="107156"/>
                  <a:pt x="89297" y="103138"/>
                  <a:pt x="89297" y="98227"/>
                </a:cubicBezTo>
                <a:lnTo>
                  <a:pt x="89297" y="80367"/>
                </a:lnTo>
                <a:cubicBezTo>
                  <a:pt x="89297" y="75456"/>
                  <a:pt x="93315" y="71438"/>
                  <a:pt x="98227" y="71438"/>
                </a:cubicBezTo>
                <a:close/>
                <a:moveTo>
                  <a:pt x="89297" y="133945"/>
                </a:moveTo>
                <a:cubicBezTo>
                  <a:pt x="89297" y="129034"/>
                  <a:pt x="93315" y="125016"/>
                  <a:pt x="98227" y="125016"/>
                </a:cubicBezTo>
                <a:lnTo>
                  <a:pt x="116086" y="125016"/>
                </a:lnTo>
                <a:cubicBezTo>
                  <a:pt x="120997" y="125016"/>
                  <a:pt x="125016" y="129034"/>
                  <a:pt x="125016" y="133945"/>
                </a:cubicBezTo>
                <a:lnTo>
                  <a:pt x="125016" y="151805"/>
                </a:lnTo>
                <a:cubicBezTo>
                  <a:pt x="125016" y="156716"/>
                  <a:pt x="120997" y="160734"/>
                  <a:pt x="116086" y="160734"/>
                </a:cubicBezTo>
                <a:lnTo>
                  <a:pt x="98227" y="160734"/>
                </a:lnTo>
                <a:cubicBezTo>
                  <a:pt x="93315" y="160734"/>
                  <a:pt x="89297" y="156716"/>
                  <a:pt x="89297" y="151805"/>
                </a:cubicBezTo>
                <a:lnTo>
                  <a:pt x="89297" y="133945"/>
                </a:lnTo>
                <a:close/>
                <a:moveTo>
                  <a:pt x="98227" y="178594"/>
                </a:moveTo>
                <a:lnTo>
                  <a:pt x="223242" y="178594"/>
                </a:lnTo>
                <a:cubicBezTo>
                  <a:pt x="228154" y="178594"/>
                  <a:pt x="232172" y="182612"/>
                  <a:pt x="232172" y="187523"/>
                </a:cubicBezTo>
                <a:lnTo>
                  <a:pt x="232172" y="205383"/>
                </a:lnTo>
                <a:cubicBezTo>
                  <a:pt x="232172" y="210294"/>
                  <a:pt x="228154" y="214313"/>
                  <a:pt x="223242" y="214313"/>
                </a:cubicBezTo>
                <a:lnTo>
                  <a:pt x="98227" y="214313"/>
                </a:lnTo>
                <a:cubicBezTo>
                  <a:pt x="93315" y="214313"/>
                  <a:pt x="89297" y="210294"/>
                  <a:pt x="89297" y="205383"/>
                </a:cubicBezTo>
                <a:lnTo>
                  <a:pt x="89297" y="187523"/>
                </a:lnTo>
                <a:cubicBezTo>
                  <a:pt x="89297" y="182612"/>
                  <a:pt x="93315" y="178594"/>
                  <a:pt x="98227" y="178594"/>
                </a:cubicBezTo>
                <a:close/>
                <a:moveTo>
                  <a:pt x="142875" y="80367"/>
                </a:moveTo>
                <a:cubicBezTo>
                  <a:pt x="142875" y="75456"/>
                  <a:pt x="146893" y="71438"/>
                  <a:pt x="151805" y="71438"/>
                </a:cubicBezTo>
                <a:lnTo>
                  <a:pt x="169664" y="71438"/>
                </a:lnTo>
                <a:cubicBezTo>
                  <a:pt x="174575" y="71438"/>
                  <a:pt x="178594" y="75456"/>
                  <a:pt x="178594" y="80367"/>
                </a:cubicBezTo>
                <a:lnTo>
                  <a:pt x="178594" y="98227"/>
                </a:lnTo>
                <a:cubicBezTo>
                  <a:pt x="178594" y="103138"/>
                  <a:pt x="174575" y="107156"/>
                  <a:pt x="169664" y="107156"/>
                </a:cubicBezTo>
                <a:lnTo>
                  <a:pt x="151805" y="107156"/>
                </a:lnTo>
                <a:cubicBezTo>
                  <a:pt x="146893" y="107156"/>
                  <a:pt x="142875" y="103138"/>
                  <a:pt x="142875" y="98227"/>
                </a:cubicBezTo>
                <a:lnTo>
                  <a:pt x="142875" y="80367"/>
                </a:lnTo>
                <a:close/>
                <a:moveTo>
                  <a:pt x="151805" y="125016"/>
                </a:moveTo>
                <a:lnTo>
                  <a:pt x="169664" y="125016"/>
                </a:lnTo>
                <a:cubicBezTo>
                  <a:pt x="174575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74575" y="160734"/>
                  <a:pt x="169664" y="160734"/>
                </a:cubicBezTo>
                <a:lnTo>
                  <a:pt x="151805" y="160734"/>
                </a:lnTo>
                <a:cubicBezTo>
                  <a:pt x="146893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46893" y="125016"/>
                  <a:pt x="151805" y="125016"/>
                </a:cubicBezTo>
                <a:close/>
                <a:moveTo>
                  <a:pt x="196453" y="80367"/>
                </a:moveTo>
                <a:cubicBezTo>
                  <a:pt x="196453" y="75456"/>
                  <a:pt x="200471" y="71438"/>
                  <a:pt x="205383" y="71438"/>
                </a:cubicBezTo>
                <a:lnTo>
                  <a:pt x="223242" y="71438"/>
                </a:lnTo>
                <a:cubicBezTo>
                  <a:pt x="228154" y="71438"/>
                  <a:pt x="232172" y="75456"/>
                  <a:pt x="232172" y="80367"/>
                </a:cubicBezTo>
                <a:lnTo>
                  <a:pt x="232172" y="98227"/>
                </a:lnTo>
                <a:cubicBezTo>
                  <a:pt x="232172" y="103138"/>
                  <a:pt x="228154" y="107156"/>
                  <a:pt x="223242" y="107156"/>
                </a:cubicBezTo>
                <a:lnTo>
                  <a:pt x="205383" y="107156"/>
                </a:lnTo>
                <a:cubicBezTo>
                  <a:pt x="200471" y="107156"/>
                  <a:pt x="196453" y="103138"/>
                  <a:pt x="196453" y="98227"/>
                </a:cubicBezTo>
                <a:lnTo>
                  <a:pt x="196453" y="80367"/>
                </a:lnTo>
                <a:close/>
                <a:moveTo>
                  <a:pt x="205383" y="125016"/>
                </a:moveTo>
                <a:lnTo>
                  <a:pt x="223242" y="125016"/>
                </a:lnTo>
                <a:cubicBezTo>
                  <a:pt x="228154" y="125016"/>
                  <a:pt x="232172" y="129034"/>
                  <a:pt x="232172" y="133945"/>
                </a:cubicBezTo>
                <a:lnTo>
                  <a:pt x="232172" y="151805"/>
                </a:lnTo>
                <a:cubicBezTo>
                  <a:pt x="232172" y="156716"/>
                  <a:pt x="228154" y="160734"/>
                  <a:pt x="223242" y="160734"/>
                </a:cubicBezTo>
                <a:lnTo>
                  <a:pt x="205383" y="160734"/>
                </a:lnTo>
                <a:cubicBezTo>
                  <a:pt x="200471" y="160734"/>
                  <a:pt x="196453" y="156716"/>
                  <a:pt x="196453" y="151805"/>
                </a:cubicBezTo>
                <a:lnTo>
                  <a:pt x="196453" y="133945"/>
                </a:lnTo>
                <a:cubicBezTo>
                  <a:pt x="196453" y="129034"/>
                  <a:pt x="200471" y="125016"/>
                  <a:pt x="205383" y="125016"/>
                </a:cubicBezTo>
                <a:close/>
                <a:moveTo>
                  <a:pt x="250031" y="80367"/>
                </a:moveTo>
                <a:cubicBezTo>
                  <a:pt x="250031" y="75456"/>
                  <a:pt x="254050" y="71438"/>
                  <a:pt x="258961" y="71438"/>
                </a:cubicBezTo>
                <a:lnTo>
                  <a:pt x="276820" y="71438"/>
                </a:lnTo>
                <a:cubicBezTo>
                  <a:pt x="281732" y="71438"/>
                  <a:pt x="285750" y="75456"/>
                  <a:pt x="285750" y="80367"/>
                </a:cubicBezTo>
                <a:lnTo>
                  <a:pt x="285750" y="98227"/>
                </a:lnTo>
                <a:cubicBezTo>
                  <a:pt x="285750" y="103138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03138"/>
                  <a:pt x="250031" y="98227"/>
                </a:cubicBezTo>
                <a:lnTo>
                  <a:pt x="250031" y="80367"/>
                </a:lnTo>
                <a:close/>
                <a:moveTo>
                  <a:pt x="258961" y="125016"/>
                </a:moveTo>
                <a:lnTo>
                  <a:pt x="276820" y="125016"/>
                </a:lnTo>
                <a:cubicBezTo>
                  <a:pt x="281732" y="125016"/>
                  <a:pt x="285750" y="129034"/>
                  <a:pt x="285750" y="133945"/>
                </a:cubicBezTo>
                <a:lnTo>
                  <a:pt x="285750" y="151805"/>
                </a:lnTo>
                <a:cubicBezTo>
                  <a:pt x="285750" y="156716"/>
                  <a:pt x="281732" y="160734"/>
                  <a:pt x="276820" y="160734"/>
                </a:cubicBezTo>
                <a:lnTo>
                  <a:pt x="258961" y="160734"/>
                </a:lnTo>
                <a:cubicBezTo>
                  <a:pt x="254050" y="160734"/>
                  <a:pt x="250031" y="156716"/>
                  <a:pt x="250031" y="151805"/>
                </a:cubicBezTo>
                <a:lnTo>
                  <a:pt x="250031" y="133945"/>
                </a:lnTo>
                <a:cubicBezTo>
                  <a:pt x="250031" y="129034"/>
                  <a:pt x="254050" y="125016"/>
                  <a:pt x="258961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66938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Your Phone's Keyboard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586038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you type "How are", your phone suggests "you" - that's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matching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219450"/>
            <a:ext cx="553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Kur shkruani "Si je", telefoni juaj sugjeron "ti" - kjo është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përputhje modelesh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905250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41338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906" y="4295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133850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LLMs Are Super Autocomplete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552950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do the same thing but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much smarter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they understand context and meaning, not just word patterns.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18636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bëjnë të njëjtën gjë por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shumë më zgjuar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kuptojnë kontekstin dhe kuptimin.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14371" y="2724150"/>
            <a:ext cx="1143000" cy="1524000"/>
          </a:xfrm>
          <a:custGeom>
            <a:avLst/>
            <a:gdLst/>
            <a:ahLst/>
            <a:cxnLst/>
            <a:rect l="l" t="t" r="r" b="b"/>
            <a:pathLst>
              <a:path w="1143000" h="1524000">
                <a:moveTo>
                  <a:pt x="47625" y="190500"/>
                </a:moveTo>
                <a:cubicBezTo>
                  <a:pt x="47625" y="85427"/>
                  <a:pt x="133052" y="0"/>
                  <a:pt x="238125" y="0"/>
                </a:cubicBezTo>
                <a:lnTo>
                  <a:pt x="904875" y="0"/>
                </a:lnTo>
                <a:cubicBezTo>
                  <a:pt x="1009948" y="0"/>
                  <a:pt x="1095375" y="85427"/>
                  <a:pt x="1095375" y="190500"/>
                </a:cubicBezTo>
                <a:lnTo>
                  <a:pt x="1095375" y="1333500"/>
                </a:lnTo>
                <a:cubicBezTo>
                  <a:pt x="1095375" y="1438573"/>
                  <a:pt x="1009948" y="1524000"/>
                  <a:pt x="904875" y="1524000"/>
                </a:cubicBezTo>
                <a:lnTo>
                  <a:pt x="238125" y="1524000"/>
                </a:lnTo>
                <a:cubicBezTo>
                  <a:pt x="133052" y="1524000"/>
                  <a:pt x="47625" y="1438573"/>
                  <a:pt x="47625" y="1333500"/>
                </a:cubicBezTo>
                <a:lnTo>
                  <a:pt x="47625" y="190500"/>
                </a:lnTo>
                <a:close/>
                <a:moveTo>
                  <a:pt x="238125" y="190500"/>
                </a:moveTo>
                <a:lnTo>
                  <a:pt x="238125" y="1095375"/>
                </a:lnTo>
                <a:lnTo>
                  <a:pt x="904875" y="1095375"/>
                </a:lnTo>
                <a:lnTo>
                  <a:pt x="904875" y="190500"/>
                </a:lnTo>
                <a:lnTo>
                  <a:pt x="238125" y="190500"/>
                </a:lnTo>
                <a:close/>
                <a:moveTo>
                  <a:pt x="571500" y="1404938"/>
                </a:moveTo>
                <a:cubicBezTo>
                  <a:pt x="624185" y="1404938"/>
                  <a:pt x="666750" y="1362373"/>
                  <a:pt x="666750" y="1309687"/>
                </a:cubicBezTo>
                <a:cubicBezTo>
                  <a:pt x="666750" y="1257002"/>
                  <a:pt x="624185" y="1214438"/>
                  <a:pt x="571500" y="1214438"/>
                </a:cubicBezTo>
                <a:cubicBezTo>
                  <a:pt x="518815" y="1214438"/>
                  <a:pt x="476250" y="1257002"/>
                  <a:pt x="476250" y="1309687"/>
                </a:cubicBezTo>
                <a:cubicBezTo>
                  <a:pt x="476250" y="1362373"/>
                  <a:pt x="518815" y="1404938"/>
                  <a:pt x="571500" y="140493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576221" y="4476750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Prediction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Parashikim i Zgjuar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Training Process: Learning from Examples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Procesi i Stërvitjes: Mësimi nga Shembujt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3657600" cy="47053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873621" y="1695450"/>
            <a:ext cx="22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3500" y="1714500"/>
            <a:ext cx="1724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Show Examples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324100"/>
            <a:ext cx="3286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 the computer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text examples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9718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Jepni kompjuterit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miliona shembuj teksti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314700"/>
            <a:ext cx="3200400" cy="723900"/>
          </a:xfrm>
          <a:prstGeom prst="roundRect">
            <a:avLst>
              <a:gd name="adj" fmla="val 15789"/>
            </a:avLst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4671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Books, websites, articles, conversations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6957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Libra, uebsajte, artikuj, biseda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7200" y="1333500"/>
            <a:ext cx="3657600" cy="47053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958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5" name="Text 13"/>
          <p:cNvSpPr/>
          <p:nvPr/>
        </p:nvSpPr>
        <p:spPr>
          <a:xfrm>
            <a:off x="4724102" y="1695450"/>
            <a:ext cx="29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9700" y="17145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Learn Patterns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5800" y="23241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finds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patterns in the 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5800" y="27051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Kompjuteri gjen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 në tekst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5800" y="3048000"/>
            <a:ext cx="3200400" cy="723900"/>
          </a:xfrm>
          <a:prstGeom prst="roundRect">
            <a:avLst>
              <a:gd name="adj" fmla="val 15789"/>
            </a:avLst>
          </a:prstGeom>
          <a:solidFill>
            <a:srgbClr val="E29578"/>
          </a:solidFill>
          <a:ln/>
        </p:spPr>
      </p:sp>
      <p:sp>
        <p:nvSpPr>
          <p:cNvPr id="20" name="Text 18"/>
          <p:cNvSpPr/>
          <p:nvPr/>
        </p:nvSpPr>
        <p:spPr>
          <a:xfrm>
            <a:off x="4648200" y="3200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Grammar, facts, how words connect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48200" y="34290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Gramatikë, fakte, si lidhen fjalët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3400" y="1333500"/>
            <a:ext cx="3657600" cy="47053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20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8608368" y="1695450"/>
            <a:ext cx="29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05900" y="1714500"/>
            <a:ext cx="962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Practice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23241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practices generating text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2000" y="27051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Kompjuteri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praktikon krijimin e tekstit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3048000"/>
            <a:ext cx="3200400" cy="723900"/>
          </a:xfrm>
          <a:prstGeom prst="roundRect">
            <a:avLst>
              <a:gd name="adj" fmla="val 15789"/>
            </a:avLst>
          </a:pr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8534400" y="3200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Gets feedback, improves over time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4400" y="342900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Merr përgjigje, përmirësohet me kohë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52043" y="6191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2" name="Shape 30"/>
          <p:cNvSpPr/>
          <p:nvPr/>
        </p:nvSpPr>
        <p:spPr>
          <a:xfrm>
            <a:off x="3761631" y="6191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33" name="Shape 31"/>
          <p:cNvSpPr/>
          <p:nvPr/>
        </p:nvSpPr>
        <p:spPr>
          <a:xfrm>
            <a:off x="4271218" y="6191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4895106" y="6200775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billions of times!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Përsëritet miliarda herë!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Tokens: Breaking Words into Pieces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Tokenët: Ndarja e Fjalëve në Pjesë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077641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306241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73906" y="246816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06241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Are Tokens?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725341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break text into small pieces called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like breaking a sentence into individual words or parts of words.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35875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mëdha ndajnë tekstin në pjesë të vogla të quajtura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tokenë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si ndarja e një fjalie në fjalë individuale.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273153"/>
            <a:ext cx="6677025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4501753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906" y="46636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7156" y="142875"/>
                </a:moveTo>
                <a:lnTo>
                  <a:pt x="85111" y="164920"/>
                </a:lnTo>
                <a:cubicBezTo>
                  <a:pt x="78079" y="162185"/>
                  <a:pt x="70489" y="160734"/>
                  <a:pt x="62508" y="160734"/>
                </a:cubicBezTo>
                <a:cubicBezTo>
                  <a:pt x="27961" y="160734"/>
                  <a:pt x="0" y="188695"/>
                  <a:pt x="0" y="223242"/>
                </a:cubicBezTo>
                <a:cubicBezTo>
                  <a:pt x="0" y="257789"/>
                  <a:pt x="27961" y="285750"/>
                  <a:pt x="62508" y="285750"/>
                </a:cubicBezTo>
                <a:cubicBezTo>
                  <a:pt x="97055" y="285750"/>
                  <a:pt x="125016" y="257789"/>
                  <a:pt x="125016" y="223242"/>
                </a:cubicBezTo>
                <a:cubicBezTo>
                  <a:pt x="125016" y="215261"/>
                  <a:pt x="123509" y="207671"/>
                  <a:pt x="120830" y="200639"/>
                </a:cubicBezTo>
                <a:lnTo>
                  <a:pt x="278606" y="42863"/>
                </a:lnTo>
                <a:cubicBezTo>
                  <a:pt x="282569" y="38900"/>
                  <a:pt x="282569" y="32538"/>
                  <a:pt x="278606" y="28575"/>
                </a:cubicBezTo>
                <a:cubicBezTo>
                  <a:pt x="262812" y="12781"/>
                  <a:pt x="237251" y="12781"/>
                  <a:pt x="221456" y="28575"/>
                </a:cubicBezTo>
                <a:lnTo>
                  <a:pt x="142875" y="107156"/>
                </a:lnTo>
                <a:lnTo>
                  <a:pt x="120830" y="85111"/>
                </a:lnTo>
                <a:cubicBezTo>
                  <a:pt x="123565" y="78079"/>
                  <a:pt x="125016" y="70489"/>
                  <a:pt x="125016" y="62508"/>
                </a:cubicBezTo>
                <a:cubicBezTo>
                  <a:pt x="125016" y="27961"/>
                  <a:pt x="97055" y="0"/>
                  <a:pt x="62508" y="0"/>
                </a:cubicBezTo>
                <a:cubicBezTo>
                  <a:pt x="27961" y="0"/>
                  <a:pt x="0" y="27961"/>
                  <a:pt x="0" y="62508"/>
                </a:cubicBezTo>
                <a:cubicBezTo>
                  <a:pt x="0" y="97055"/>
                  <a:pt x="27961" y="125016"/>
                  <a:pt x="62508" y="125016"/>
                </a:cubicBezTo>
                <a:cubicBezTo>
                  <a:pt x="70489" y="125016"/>
                  <a:pt x="78079" y="123509"/>
                  <a:pt x="85111" y="120830"/>
                </a:cubicBezTo>
                <a:lnTo>
                  <a:pt x="107156" y="142875"/>
                </a:lnTo>
                <a:close/>
                <a:moveTo>
                  <a:pt x="161795" y="197514"/>
                </a:moveTo>
                <a:lnTo>
                  <a:pt x="221456" y="257175"/>
                </a:lnTo>
                <a:cubicBezTo>
                  <a:pt x="237251" y="272969"/>
                  <a:pt x="262812" y="272969"/>
                  <a:pt x="278606" y="257175"/>
                </a:cubicBezTo>
                <a:cubicBezTo>
                  <a:pt x="282569" y="253212"/>
                  <a:pt x="282569" y="246850"/>
                  <a:pt x="278606" y="242888"/>
                </a:cubicBezTo>
                <a:lnTo>
                  <a:pt x="197514" y="161795"/>
                </a:lnTo>
                <a:lnTo>
                  <a:pt x="161795" y="197514"/>
                </a:lnTo>
                <a:close/>
                <a:moveTo>
                  <a:pt x="35719" y="62508"/>
                </a:moveTo>
                <a:cubicBezTo>
                  <a:pt x="35719" y="47723"/>
                  <a:pt x="47723" y="35719"/>
                  <a:pt x="62508" y="35719"/>
                </a:cubicBezTo>
                <a:cubicBezTo>
                  <a:pt x="77293" y="35719"/>
                  <a:pt x="89297" y="47723"/>
                  <a:pt x="89297" y="62508"/>
                </a:cubicBezTo>
                <a:cubicBezTo>
                  <a:pt x="89297" y="77293"/>
                  <a:pt x="77293" y="89297"/>
                  <a:pt x="62508" y="89297"/>
                </a:cubicBezTo>
                <a:cubicBezTo>
                  <a:pt x="47723" y="89297"/>
                  <a:pt x="35719" y="77293"/>
                  <a:pt x="35719" y="62508"/>
                </a:cubicBezTo>
                <a:close/>
                <a:moveTo>
                  <a:pt x="62508" y="196453"/>
                </a:moveTo>
                <a:cubicBezTo>
                  <a:pt x="77293" y="196453"/>
                  <a:pt x="89297" y="208457"/>
                  <a:pt x="89297" y="223242"/>
                </a:cubicBezTo>
                <a:cubicBezTo>
                  <a:pt x="89297" y="238027"/>
                  <a:pt x="77293" y="250031"/>
                  <a:pt x="62508" y="250031"/>
                </a:cubicBezTo>
                <a:cubicBezTo>
                  <a:pt x="47723" y="250031"/>
                  <a:pt x="35719" y="238027"/>
                  <a:pt x="35719" y="223242"/>
                </a:cubicBezTo>
                <a:cubicBezTo>
                  <a:pt x="35719" y="208457"/>
                  <a:pt x="47723" y="196453"/>
                  <a:pt x="62508" y="1964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501753"/>
            <a:ext cx="424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920853"/>
            <a:ext cx="421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 world" becomes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["Hello", " world"]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two tokens!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275659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"Përshëndetje botë" bëhet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["Përshëndetje", " botë"]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dy tokenë!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23871" y="272415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666750" y="0"/>
                </a:moveTo>
                <a:cubicBezTo>
                  <a:pt x="771823" y="0"/>
                  <a:pt x="857250" y="63996"/>
                  <a:pt x="857250" y="142875"/>
                </a:cubicBezTo>
                <a:cubicBezTo>
                  <a:pt x="857250" y="173831"/>
                  <a:pt x="844153" y="202406"/>
                  <a:pt x="821531" y="225921"/>
                </a:cubicBezTo>
                <a:cubicBezTo>
                  <a:pt x="801886" y="246459"/>
                  <a:pt x="785813" y="271463"/>
                  <a:pt x="785813" y="300038"/>
                </a:cubicBezTo>
                <a:cubicBezTo>
                  <a:pt x="785813" y="344686"/>
                  <a:pt x="822127" y="381000"/>
                  <a:pt x="866775" y="381000"/>
                </a:cubicBezTo>
                <a:lnTo>
                  <a:pt x="1000125" y="381000"/>
                </a:lnTo>
                <a:cubicBezTo>
                  <a:pt x="1079004" y="381000"/>
                  <a:pt x="1143000" y="444996"/>
                  <a:pt x="1143000" y="523875"/>
                </a:cubicBezTo>
                <a:lnTo>
                  <a:pt x="1143000" y="657225"/>
                </a:lnTo>
                <a:cubicBezTo>
                  <a:pt x="1143000" y="701873"/>
                  <a:pt x="1179314" y="738188"/>
                  <a:pt x="1223963" y="738188"/>
                </a:cubicBezTo>
                <a:cubicBezTo>
                  <a:pt x="1252240" y="738188"/>
                  <a:pt x="1277541" y="722114"/>
                  <a:pt x="1298079" y="702469"/>
                </a:cubicBezTo>
                <a:cubicBezTo>
                  <a:pt x="1321594" y="680145"/>
                  <a:pt x="1350169" y="666750"/>
                  <a:pt x="1381125" y="666750"/>
                </a:cubicBezTo>
                <a:cubicBezTo>
                  <a:pt x="1460004" y="666750"/>
                  <a:pt x="1524000" y="752177"/>
                  <a:pt x="1524000" y="857250"/>
                </a:cubicBezTo>
                <a:cubicBezTo>
                  <a:pt x="1524000" y="962323"/>
                  <a:pt x="1460004" y="1047750"/>
                  <a:pt x="1381125" y="1047750"/>
                </a:cubicBezTo>
                <a:cubicBezTo>
                  <a:pt x="1350169" y="1047750"/>
                  <a:pt x="1321296" y="1034653"/>
                  <a:pt x="1298079" y="1012031"/>
                </a:cubicBezTo>
                <a:cubicBezTo>
                  <a:pt x="1277541" y="992386"/>
                  <a:pt x="1252537" y="976312"/>
                  <a:pt x="1223963" y="976312"/>
                </a:cubicBezTo>
                <a:cubicBezTo>
                  <a:pt x="1179314" y="976312"/>
                  <a:pt x="1143000" y="1012627"/>
                  <a:pt x="1143000" y="1057275"/>
                </a:cubicBezTo>
                <a:lnTo>
                  <a:pt x="1143000" y="1381125"/>
                </a:lnTo>
                <a:cubicBezTo>
                  <a:pt x="1143000" y="1460004"/>
                  <a:pt x="1079004" y="1524000"/>
                  <a:pt x="1000125" y="1524000"/>
                </a:cubicBezTo>
                <a:lnTo>
                  <a:pt x="831056" y="1524000"/>
                </a:lnTo>
                <a:cubicBezTo>
                  <a:pt x="792956" y="1524000"/>
                  <a:pt x="762000" y="1493044"/>
                  <a:pt x="762000" y="1454944"/>
                </a:cubicBezTo>
                <a:cubicBezTo>
                  <a:pt x="762000" y="1427559"/>
                  <a:pt x="779264" y="1403449"/>
                  <a:pt x="801291" y="1387078"/>
                </a:cubicBezTo>
                <a:cubicBezTo>
                  <a:pt x="835819" y="1361182"/>
                  <a:pt x="857250" y="1325463"/>
                  <a:pt x="857250" y="1285875"/>
                </a:cubicBezTo>
                <a:cubicBezTo>
                  <a:pt x="857250" y="1206996"/>
                  <a:pt x="771823" y="1143000"/>
                  <a:pt x="666750" y="1143000"/>
                </a:cubicBezTo>
                <a:cubicBezTo>
                  <a:pt x="561677" y="1143000"/>
                  <a:pt x="476250" y="1206996"/>
                  <a:pt x="476250" y="1285875"/>
                </a:cubicBezTo>
                <a:cubicBezTo>
                  <a:pt x="476250" y="1325463"/>
                  <a:pt x="497681" y="1361182"/>
                  <a:pt x="532209" y="1387078"/>
                </a:cubicBezTo>
                <a:cubicBezTo>
                  <a:pt x="554236" y="1403449"/>
                  <a:pt x="571500" y="1427262"/>
                  <a:pt x="571500" y="1454944"/>
                </a:cubicBezTo>
                <a:cubicBezTo>
                  <a:pt x="571500" y="1493044"/>
                  <a:pt x="540544" y="1524000"/>
                  <a:pt x="502444" y="1524000"/>
                </a:cubicBezTo>
                <a:lnTo>
                  <a:pt x="142875" y="1524000"/>
                </a:lnTo>
                <a:cubicBezTo>
                  <a:pt x="63996" y="1524000"/>
                  <a:pt x="0" y="1460004"/>
                  <a:pt x="0" y="1381125"/>
                </a:cubicBezTo>
                <a:lnTo>
                  <a:pt x="0" y="1021556"/>
                </a:lnTo>
                <a:cubicBezTo>
                  <a:pt x="0" y="983456"/>
                  <a:pt x="30956" y="952500"/>
                  <a:pt x="69056" y="952500"/>
                </a:cubicBezTo>
                <a:cubicBezTo>
                  <a:pt x="96441" y="952500"/>
                  <a:pt x="120551" y="969764"/>
                  <a:pt x="136922" y="991791"/>
                </a:cubicBezTo>
                <a:cubicBezTo>
                  <a:pt x="162818" y="1026319"/>
                  <a:pt x="198537" y="1047750"/>
                  <a:pt x="238125" y="1047750"/>
                </a:cubicBezTo>
                <a:cubicBezTo>
                  <a:pt x="317004" y="1047750"/>
                  <a:pt x="381000" y="962323"/>
                  <a:pt x="381000" y="857250"/>
                </a:cubicBezTo>
                <a:cubicBezTo>
                  <a:pt x="381000" y="752177"/>
                  <a:pt x="317004" y="666750"/>
                  <a:pt x="238125" y="666750"/>
                </a:cubicBezTo>
                <a:cubicBezTo>
                  <a:pt x="198537" y="666750"/>
                  <a:pt x="162818" y="688181"/>
                  <a:pt x="136922" y="722709"/>
                </a:cubicBezTo>
                <a:cubicBezTo>
                  <a:pt x="120551" y="744736"/>
                  <a:pt x="96738" y="762000"/>
                  <a:pt x="69056" y="762000"/>
                </a:cubicBezTo>
                <a:cubicBezTo>
                  <a:pt x="30956" y="762000"/>
                  <a:pt x="0" y="731044"/>
                  <a:pt x="0" y="692944"/>
                </a:cubicBezTo>
                <a:lnTo>
                  <a:pt x="0" y="523875"/>
                </a:lnTo>
                <a:cubicBezTo>
                  <a:pt x="0" y="444996"/>
                  <a:pt x="63996" y="381000"/>
                  <a:pt x="142875" y="381000"/>
                </a:cubicBezTo>
                <a:lnTo>
                  <a:pt x="466725" y="381000"/>
                </a:lnTo>
                <a:cubicBezTo>
                  <a:pt x="511373" y="381000"/>
                  <a:pt x="547687" y="344686"/>
                  <a:pt x="547687" y="300038"/>
                </a:cubicBezTo>
                <a:cubicBezTo>
                  <a:pt x="547687" y="271760"/>
                  <a:pt x="531614" y="246459"/>
                  <a:pt x="511969" y="225921"/>
                </a:cubicBezTo>
                <a:cubicBezTo>
                  <a:pt x="489645" y="202406"/>
                  <a:pt x="476250" y="173831"/>
                  <a:pt x="476250" y="142875"/>
                </a:cubicBezTo>
                <a:cubicBezTo>
                  <a:pt x="476250" y="63996"/>
                  <a:pt x="561677" y="0"/>
                  <a:pt x="66675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576221" y="4476750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Pieces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Pjesë Teksti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Context: Understanding the Conversation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Konteksti: Kuptimi i Bisedës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24038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526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56047" y="221456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2637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Context?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71738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means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was said before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conversation. LLMs remember this to give better answers!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05150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Konteksti do të thotë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u tha më parë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në bisedë. Modelet e mëdha e kujtojnë këtë për përgjigje më të mira!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019550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42481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906" y="4410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75567"/>
                </a:lnTo>
                <a:cubicBezTo>
                  <a:pt x="0" y="79363"/>
                  <a:pt x="2456" y="82600"/>
                  <a:pt x="5637" y="84665"/>
                </a:cubicBezTo>
                <a:cubicBezTo>
                  <a:pt x="13004" y="89464"/>
                  <a:pt x="17859" y="97724"/>
                  <a:pt x="17859" y="107156"/>
                </a:cubicBezTo>
                <a:cubicBezTo>
                  <a:pt x="17859" y="116588"/>
                  <a:pt x="13004" y="124848"/>
                  <a:pt x="5637" y="129648"/>
                </a:cubicBezTo>
                <a:cubicBezTo>
                  <a:pt x="2456" y="131713"/>
                  <a:pt x="0" y="134950"/>
                  <a:pt x="0" y="138745"/>
                </a:cubicBezTo>
                <a:lnTo>
                  <a:pt x="0" y="169664"/>
                </a:lnTo>
                <a:lnTo>
                  <a:pt x="285750" y="169664"/>
                </a:lnTo>
                <a:lnTo>
                  <a:pt x="285750" y="138745"/>
                </a:lnTo>
                <a:cubicBezTo>
                  <a:pt x="285750" y="134950"/>
                  <a:pt x="283294" y="131713"/>
                  <a:pt x="280113" y="129648"/>
                </a:cubicBezTo>
                <a:cubicBezTo>
                  <a:pt x="272746" y="124848"/>
                  <a:pt x="267891" y="116588"/>
                  <a:pt x="267891" y="107156"/>
                </a:cubicBezTo>
                <a:cubicBezTo>
                  <a:pt x="267891" y="97724"/>
                  <a:pt x="272746" y="89464"/>
                  <a:pt x="280113" y="84665"/>
                </a:cubicBezTo>
                <a:cubicBezTo>
                  <a:pt x="283294" y="82600"/>
                  <a:pt x="285750" y="79363"/>
                  <a:pt x="285750" y="75567"/>
                </a:cubicBezTo>
                <a:lnTo>
                  <a:pt x="285750" y="71437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85750" y="232172"/>
                </a:moveTo>
                <a:lnTo>
                  <a:pt x="285750" y="196453"/>
                </a:lnTo>
                <a:lnTo>
                  <a:pt x="0" y="196453"/>
                </a:lnTo>
                <a:lnTo>
                  <a:pt x="0" y="232172"/>
                </a:lnTo>
                <a:cubicBezTo>
                  <a:pt x="0" y="242050"/>
                  <a:pt x="7981" y="250031"/>
                  <a:pt x="17859" y="250031"/>
                </a:cubicBezTo>
                <a:lnTo>
                  <a:pt x="53578" y="250031"/>
                </a:lnTo>
                <a:lnTo>
                  <a:pt x="53578" y="236637"/>
                </a:lnTo>
                <a:cubicBezTo>
                  <a:pt x="53578" y="229214"/>
                  <a:pt x="59550" y="223242"/>
                  <a:pt x="66973" y="223242"/>
                </a:cubicBezTo>
                <a:cubicBezTo>
                  <a:pt x="74395" y="223242"/>
                  <a:pt x="80367" y="229214"/>
                  <a:pt x="80367" y="236637"/>
                </a:cubicBezTo>
                <a:lnTo>
                  <a:pt x="80367" y="250031"/>
                </a:lnTo>
                <a:lnTo>
                  <a:pt x="129480" y="250031"/>
                </a:lnTo>
                <a:lnTo>
                  <a:pt x="129480" y="236637"/>
                </a:lnTo>
                <a:cubicBezTo>
                  <a:pt x="129480" y="229214"/>
                  <a:pt x="135452" y="223242"/>
                  <a:pt x="142875" y="223242"/>
                </a:cubicBezTo>
                <a:cubicBezTo>
                  <a:pt x="150298" y="223242"/>
                  <a:pt x="156270" y="229214"/>
                  <a:pt x="156270" y="236637"/>
                </a:cubicBezTo>
                <a:lnTo>
                  <a:pt x="156270" y="250031"/>
                </a:lnTo>
                <a:lnTo>
                  <a:pt x="205383" y="250031"/>
                </a:lnTo>
                <a:lnTo>
                  <a:pt x="205383" y="236637"/>
                </a:lnTo>
                <a:cubicBezTo>
                  <a:pt x="205383" y="229214"/>
                  <a:pt x="211355" y="223242"/>
                  <a:pt x="218777" y="223242"/>
                </a:cubicBezTo>
                <a:cubicBezTo>
                  <a:pt x="226200" y="223242"/>
                  <a:pt x="232172" y="229214"/>
                  <a:pt x="232172" y="236637"/>
                </a:cubicBezTo>
                <a:lnTo>
                  <a:pt x="232172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lose/>
                <a:moveTo>
                  <a:pt x="89297" y="89297"/>
                </a:moveTo>
                <a:lnTo>
                  <a:pt x="89297" y="125016"/>
                </a:lnTo>
                <a:cubicBezTo>
                  <a:pt x="89297" y="134894"/>
                  <a:pt x="81316" y="142875"/>
                  <a:pt x="71438" y="142875"/>
                </a:cubicBezTo>
                <a:cubicBezTo>
                  <a:pt x="61559" y="142875"/>
                  <a:pt x="53578" y="134894"/>
                  <a:pt x="53578" y="125016"/>
                </a:cubicBezTo>
                <a:lnTo>
                  <a:pt x="53578" y="89297"/>
                </a:lnTo>
                <a:cubicBezTo>
                  <a:pt x="53578" y="79418"/>
                  <a:pt x="61559" y="71438"/>
                  <a:pt x="71438" y="71438"/>
                </a:cubicBezTo>
                <a:cubicBezTo>
                  <a:pt x="81316" y="71438"/>
                  <a:pt x="89297" y="79418"/>
                  <a:pt x="89297" y="89297"/>
                </a:cubicBezTo>
                <a:close/>
                <a:moveTo>
                  <a:pt x="160734" y="89297"/>
                </a:moveTo>
                <a:lnTo>
                  <a:pt x="160734" y="125016"/>
                </a:lnTo>
                <a:cubicBezTo>
                  <a:pt x="160734" y="134894"/>
                  <a:pt x="152753" y="142875"/>
                  <a:pt x="142875" y="142875"/>
                </a:cubicBezTo>
                <a:cubicBezTo>
                  <a:pt x="132997" y="142875"/>
                  <a:pt x="125016" y="134894"/>
                  <a:pt x="125016" y="125016"/>
                </a:cubicBezTo>
                <a:lnTo>
                  <a:pt x="125016" y="89297"/>
                </a:lnTo>
                <a:cubicBezTo>
                  <a:pt x="125016" y="79418"/>
                  <a:pt x="132997" y="71438"/>
                  <a:pt x="142875" y="71438"/>
                </a:cubicBezTo>
                <a:cubicBezTo>
                  <a:pt x="152753" y="71438"/>
                  <a:pt x="160734" y="79418"/>
                  <a:pt x="160734" y="89297"/>
                </a:cubicBezTo>
                <a:close/>
                <a:moveTo>
                  <a:pt x="232172" y="89297"/>
                </a:moveTo>
                <a:lnTo>
                  <a:pt x="232172" y="125016"/>
                </a:lnTo>
                <a:cubicBezTo>
                  <a:pt x="232172" y="134894"/>
                  <a:pt x="224191" y="142875"/>
                  <a:pt x="214313" y="142875"/>
                </a:cubicBezTo>
                <a:cubicBezTo>
                  <a:pt x="204434" y="142875"/>
                  <a:pt x="196453" y="134894"/>
                  <a:pt x="196453" y="125016"/>
                </a:cubicBezTo>
                <a:lnTo>
                  <a:pt x="196453" y="89297"/>
                </a:lnTo>
                <a:cubicBezTo>
                  <a:pt x="196453" y="79418"/>
                  <a:pt x="204434" y="71438"/>
                  <a:pt x="214313" y="71438"/>
                </a:cubicBezTo>
                <a:cubicBezTo>
                  <a:pt x="224191" y="71438"/>
                  <a:pt x="232172" y="79418"/>
                  <a:pt x="232172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248150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Like Human Memory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67250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like you remember what your friend said 5 minutes ago, LLMs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the conversation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stay on topic.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30066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Ashtu si ju kujtoni çfarë tha shoku juaj 5 minuta më parë, Modelet e Mëdha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kujtojnë bisedën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për të qëndruar në temë.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23871" y="272415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357188" y="166688"/>
                </a:moveTo>
                <a:cubicBezTo>
                  <a:pt x="357188" y="74712"/>
                  <a:pt x="431899" y="0"/>
                  <a:pt x="523875" y="0"/>
                </a:cubicBezTo>
                <a:lnTo>
                  <a:pt x="595313" y="0"/>
                </a:lnTo>
                <a:cubicBezTo>
                  <a:pt x="647998" y="0"/>
                  <a:pt x="690563" y="42565"/>
                  <a:pt x="690563" y="95250"/>
                </a:cubicBezTo>
                <a:lnTo>
                  <a:pt x="690563" y="1428750"/>
                </a:lnTo>
                <a:cubicBezTo>
                  <a:pt x="690563" y="1481435"/>
                  <a:pt x="647998" y="1524000"/>
                  <a:pt x="595313" y="1524000"/>
                </a:cubicBezTo>
                <a:lnTo>
                  <a:pt x="500063" y="1524000"/>
                </a:lnTo>
                <a:cubicBezTo>
                  <a:pt x="411361" y="1524000"/>
                  <a:pt x="336649" y="1463278"/>
                  <a:pt x="315516" y="1381125"/>
                </a:cubicBezTo>
                <a:cubicBezTo>
                  <a:pt x="313432" y="1381125"/>
                  <a:pt x="311646" y="1381125"/>
                  <a:pt x="309563" y="1381125"/>
                </a:cubicBezTo>
                <a:cubicBezTo>
                  <a:pt x="177998" y="1381125"/>
                  <a:pt x="71438" y="1274564"/>
                  <a:pt x="71438" y="1143000"/>
                </a:cubicBezTo>
                <a:cubicBezTo>
                  <a:pt x="71438" y="1089422"/>
                  <a:pt x="89297" y="1040011"/>
                  <a:pt x="119063" y="1000125"/>
                </a:cubicBezTo>
                <a:cubicBezTo>
                  <a:pt x="61317" y="956667"/>
                  <a:pt x="23812" y="887611"/>
                  <a:pt x="23812" y="809625"/>
                </a:cubicBezTo>
                <a:cubicBezTo>
                  <a:pt x="23812" y="717649"/>
                  <a:pt x="76200" y="637580"/>
                  <a:pt x="152400" y="597991"/>
                </a:cubicBezTo>
                <a:cubicBezTo>
                  <a:pt x="131266" y="562273"/>
                  <a:pt x="119063" y="520601"/>
                  <a:pt x="119063" y="476250"/>
                </a:cubicBezTo>
                <a:cubicBezTo>
                  <a:pt x="119063" y="344686"/>
                  <a:pt x="225623" y="238125"/>
                  <a:pt x="357188" y="238125"/>
                </a:cubicBezTo>
                <a:lnTo>
                  <a:pt x="357188" y="166688"/>
                </a:lnTo>
                <a:close/>
                <a:moveTo>
                  <a:pt x="1166813" y="166688"/>
                </a:moveTo>
                <a:lnTo>
                  <a:pt x="1166813" y="238125"/>
                </a:lnTo>
                <a:cubicBezTo>
                  <a:pt x="1298377" y="238125"/>
                  <a:pt x="1404938" y="344686"/>
                  <a:pt x="1404938" y="476250"/>
                </a:cubicBezTo>
                <a:cubicBezTo>
                  <a:pt x="1404938" y="520898"/>
                  <a:pt x="1392734" y="562570"/>
                  <a:pt x="1371600" y="597991"/>
                </a:cubicBezTo>
                <a:cubicBezTo>
                  <a:pt x="1448098" y="637580"/>
                  <a:pt x="1500188" y="717352"/>
                  <a:pt x="1500188" y="809625"/>
                </a:cubicBezTo>
                <a:cubicBezTo>
                  <a:pt x="1500188" y="887611"/>
                  <a:pt x="1462683" y="956667"/>
                  <a:pt x="1404938" y="1000125"/>
                </a:cubicBezTo>
                <a:cubicBezTo>
                  <a:pt x="1434703" y="1040011"/>
                  <a:pt x="1452563" y="1089422"/>
                  <a:pt x="1452563" y="1143000"/>
                </a:cubicBezTo>
                <a:cubicBezTo>
                  <a:pt x="1452563" y="1274564"/>
                  <a:pt x="1346002" y="1381125"/>
                  <a:pt x="1214438" y="1381125"/>
                </a:cubicBezTo>
                <a:cubicBezTo>
                  <a:pt x="1212354" y="1381125"/>
                  <a:pt x="1210568" y="1381125"/>
                  <a:pt x="1208484" y="1381125"/>
                </a:cubicBezTo>
                <a:cubicBezTo>
                  <a:pt x="1187351" y="1463278"/>
                  <a:pt x="1112639" y="1524000"/>
                  <a:pt x="1023938" y="1524000"/>
                </a:cubicBezTo>
                <a:lnTo>
                  <a:pt x="928688" y="1524000"/>
                </a:lnTo>
                <a:cubicBezTo>
                  <a:pt x="876002" y="1524000"/>
                  <a:pt x="833438" y="1481435"/>
                  <a:pt x="833438" y="1428750"/>
                </a:cubicBezTo>
                <a:lnTo>
                  <a:pt x="833438" y="95250"/>
                </a:lnTo>
                <a:cubicBezTo>
                  <a:pt x="833438" y="42565"/>
                  <a:pt x="876002" y="0"/>
                  <a:pt x="928688" y="0"/>
                </a:cubicBezTo>
                <a:lnTo>
                  <a:pt x="1000125" y="0"/>
                </a:lnTo>
                <a:cubicBezTo>
                  <a:pt x="1092101" y="0"/>
                  <a:pt x="1166813" y="74712"/>
                  <a:pt x="1166813" y="16668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576221" y="4476750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&amp; Context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Kujtesa &amp; Konteksti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752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8F5F2"/>
          </a:solidFill>
          <a:ln/>
        </p:spPr>
      </p:sp>
      <p:sp>
        <p:nvSpPr>
          <p:cNvPr id="3" name="Text 1"/>
          <p:cNvSpPr/>
          <p:nvPr/>
        </p:nvSpPr>
        <p:spPr>
          <a:xfrm>
            <a:off x="5722739" y="1981200"/>
            <a:ext cx="74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4A7C59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01479" y="3124200"/>
            <a:ext cx="5191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Can LLMs Do?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93827" y="3848100"/>
            <a:ext cx="6200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Çfarë Mund të Bëjnë Modelet e Mëdha të Gjuhës?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11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3524" y="24199"/>
                </a:moveTo>
                <a:cubicBezTo>
                  <a:pt x="346918" y="8840"/>
                  <a:pt x="366296" y="0"/>
                  <a:pt x="386745" y="0"/>
                </a:cubicBezTo>
                <a:cubicBezTo>
                  <a:pt x="425678" y="0"/>
                  <a:pt x="457289" y="31611"/>
                  <a:pt x="457289" y="70545"/>
                </a:cubicBezTo>
                <a:cubicBezTo>
                  <a:pt x="457289" y="90904"/>
                  <a:pt x="448449" y="110371"/>
                  <a:pt x="433090" y="123765"/>
                </a:cubicBezTo>
                <a:lnTo>
                  <a:pt x="253335" y="280214"/>
                </a:lnTo>
                <a:lnTo>
                  <a:pt x="243780" y="270570"/>
                </a:lnTo>
                <a:lnTo>
                  <a:pt x="186630" y="213420"/>
                </a:lnTo>
                <a:lnTo>
                  <a:pt x="176986" y="203865"/>
                </a:lnTo>
                <a:lnTo>
                  <a:pt x="333524" y="24199"/>
                </a:lnTo>
                <a:close/>
                <a:moveTo>
                  <a:pt x="143857" y="231279"/>
                </a:moveTo>
                <a:cubicBezTo>
                  <a:pt x="144661" y="232172"/>
                  <a:pt x="167878" y="255389"/>
                  <a:pt x="213420" y="300930"/>
                </a:cubicBezTo>
                <a:lnTo>
                  <a:pt x="225832" y="313343"/>
                </a:lnTo>
                <a:lnTo>
                  <a:pt x="210562" y="379601"/>
                </a:lnTo>
                <a:cubicBezTo>
                  <a:pt x="207079" y="394871"/>
                  <a:pt x="195471" y="407015"/>
                  <a:pt x="180380" y="411212"/>
                </a:cubicBezTo>
                <a:lnTo>
                  <a:pt x="28754" y="453628"/>
                </a:lnTo>
                <a:lnTo>
                  <a:pt x="111175" y="371207"/>
                </a:lnTo>
                <a:cubicBezTo>
                  <a:pt x="112246" y="371296"/>
                  <a:pt x="113228" y="371386"/>
                  <a:pt x="114300" y="371386"/>
                </a:cubicBezTo>
                <a:cubicBezTo>
                  <a:pt x="130106" y="371386"/>
                  <a:pt x="142875" y="358616"/>
                  <a:pt x="142875" y="342811"/>
                </a:cubicBezTo>
                <a:cubicBezTo>
                  <a:pt x="142875" y="327005"/>
                  <a:pt x="130106" y="314236"/>
                  <a:pt x="114300" y="314236"/>
                </a:cubicBezTo>
                <a:cubicBezTo>
                  <a:pt x="98494" y="314236"/>
                  <a:pt x="85725" y="327005"/>
                  <a:pt x="85725" y="342811"/>
                </a:cubicBezTo>
                <a:cubicBezTo>
                  <a:pt x="85725" y="343882"/>
                  <a:pt x="85814" y="344954"/>
                  <a:pt x="85904" y="345936"/>
                </a:cubicBezTo>
                <a:lnTo>
                  <a:pt x="3483" y="428446"/>
                </a:lnTo>
                <a:lnTo>
                  <a:pt x="45988" y="276820"/>
                </a:lnTo>
                <a:cubicBezTo>
                  <a:pt x="50185" y="261729"/>
                  <a:pt x="62329" y="250121"/>
                  <a:pt x="77599" y="246638"/>
                </a:cubicBezTo>
                <a:lnTo>
                  <a:pt x="143857" y="231279"/>
                </a:ln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7" name="Shape 5"/>
          <p:cNvSpPr/>
          <p:nvPr/>
        </p:nvSpPr>
        <p:spPr>
          <a:xfrm>
            <a:off x="58674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57163"/>
                </a:moveTo>
                <a:cubicBezTo>
                  <a:pt x="212794" y="157163"/>
                  <a:pt x="200025" y="169932"/>
                  <a:pt x="200025" y="185738"/>
                </a:cubicBezTo>
                <a:cubicBezTo>
                  <a:pt x="200025" y="197614"/>
                  <a:pt x="190470" y="207169"/>
                  <a:pt x="178594" y="207169"/>
                </a:cubicBezTo>
                <a:cubicBezTo>
                  <a:pt x="166717" y="207169"/>
                  <a:pt x="157163" y="197614"/>
                  <a:pt x="157163" y="185738"/>
                </a:cubicBezTo>
                <a:cubicBezTo>
                  <a:pt x="157163" y="146268"/>
                  <a:pt x="189131" y="114300"/>
                  <a:pt x="228600" y="114300"/>
                </a:cubicBezTo>
                <a:cubicBezTo>
                  <a:pt x="268069" y="114300"/>
                  <a:pt x="300038" y="146268"/>
                  <a:pt x="300038" y="185738"/>
                </a:cubicBezTo>
                <a:cubicBezTo>
                  <a:pt x="300038" y="227886"/>
                  <a:pt x="267891" y="245745"/>
                  <a:pt x="250031" y="252264"/>
                </a:cubicBezTo>
                <a:lnTo>
                  <a:pt x="250031" y="255657"/>
                </a:lnTo>
                <a:cubicBezTo>
                  <a:pt x="250031" y="267533"/>
                  <a:pt x="240476" y="277088"/>
                  <a:pt x="228600" y="277088"/>
                </a:cubicBezTo>
                <a:cubicBezTo>
                  <a:pt x="216724" y="277088"/>
                  <a:pt x="207169" y="267533"/>
                  <a:pt x="207169" y="255657"/>
                </a:cubicBezTo>
                <a:lnTo>
                  <a:pt x="207169" y="248424"/>
                </a:lnTo>
                <a:cubicBezTo>
                  <a:pt x="207169" y="230118"/>
                  <a:pt x="220385" y="216991"/>
                  <a:pt x="234047" y="212527"/>
                </a:cubicBezTo>
                <a:cubicBezTo>
                  <a:pt x="239762" y="210651"/>
                  <a:pt x="245834" y="207615"/>
                  <a:pt x="250299" y="203329"/>
                </a:cubicBezTo>
                <a:cubicBezTo>
                  <a:pt x="254139" y="199579"/>
                  <a:pt x="257175" y="194399"/>
                  <a:pt x="257175" y="185827"/>
                </a:cubicBezTo>
                <a:cubicBezTo>
                  <a:pt x="257175" y="170021"/>
                  <a:pt x="244406" y="157252"/>
                  <a:pt x="228600" y="157252"/>
                </a:cubicBezTo>
                <a:close/>
                <a:moveTo>
                  <a:pt x="200025" y="328613"/>
                </a:moveTo>
                <a:cubicBezTo>
                  <a:pt x="200025" y="312842"/>
                  <a:pt x="212829" y="300038"/>
                  <a:pt x="228600" y="300038"/>
                </a:cubicBezTo>
                <a:cubicBezTo>
                  <a:pt x="244371" y="300038"/>
                  <a:pt x="257175" y="312842"/>
                  <a:pt x="257175" y="328613"/>
                </a:cubicBezTo>
                <a:cubicBezTo>
                  <a:pt x="257175" y="344383"/>
                  <a:pt x="244371" y="357188"/>
                  <a:pt x="228600" y="357188"/>
                </a:cubicBezTo>
                <a:cubicBezTo>
                  <a:pt x="212829" y="357188"/>
                  <a:pt x="200025" y="344383"/>
                  <a:pt x="200025" y="32861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Shape 6"/>
          <p:cNvSpPr/>
          <p:nvPr/>
        </p:nvSpPr>
        <p:spPr>
          <a:xfrm>
            <a:off x="6715125" y="464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42875" y="0"/>
                </a:moveTo>
                <a:cubicBezTo>
                  <a:pt x="158681" y="0"/>
                  <a:pt x="171450" y="12769"/>
                  <a:pt x="171450" y="28575"/>
                </a:cubicBezTo>
                <a:lnTo>
                  <a:pt x="171450" y="57150"/>
                </a:lnTo>
                <a:lnTo>
                  <a:pt x="285750" y="57150"/>
                </a:lnTo>
                <a:cubicBezTo>
                  <a:pt x="301556" y="57150"/>
                  <a:pt x="314325" y="69919"/>
                  <a:pt x="314325" y="85725"/>
                </a:cubicBezTo>
                <a:cubicBezTo>
                  <a:pt x="314325" y="101531"/>
                  <a:pt x="301556" y="114300"/>
                  <a:pt x="285750" y="114300"/>
                </a:cubicBezTo>
                <a:lnTo>
                  <a:pt x="277178" y="114300"/>
                </a:lnTo>
                <a:lnTo>
                  <a:pt x="269677" y="134928"/>
                </a:lnTo>
                <a:cubicBezTo>
                  <a:pt x="255032" y="175290"/>
                  <a:pt x="232976" y="212169"/>
                  <a:pt x="205204" y="243870"/>
                </a:cubicBezTo>
                <a:cubicBezTo>
                  <a:pt x="217884" y="251728"/>
                  <a:pt x="231100" y="258693"/>
                  <a:pt x="244852" y="264855"/>
                </a:cubicBezTo>
                <a:lnTo>
                  <a:pt x="289858" y="284857"/>
                </a:lnTo>
                <a:lnTo>
                  <a:pt x="345400" y="159841"/>
                </a:lnTo>
                <a:cubicBezTo>
                  <a:pt x="349954" y="149483"/>
                  <a:pt x="360224" y="142875"/>
                  <a:pt x="371475" y="142875"/>
                </a:cubicBezTo>
                <a:cubicBezTo>
                  <a:pt x="382726" y="142875"/>
                  <a:pt x="392996" y="149483"/>
                  <a:pt x="397550" y="159841"/>
                </a:cubicBezTo>
                <a:lnTo>
                  <a:pt x="511850" y="417016"/>
                </a:lnTo>
                <a:cubicBezTo>
                  <a:pt x="518279" y="431483"/>
                  <a:pt x="511760" y="448360"/>
                  <a:pt x="497384" y="454700"/>
                </a:cubicBezTo>
                <a:cubicBezTo>
                  <a:pt x="483007" y="461040"/>
                  <a:pt x="466040" y="454610"/>
                  <a:pt x="459700" y="440234"/>
                </a:cubicBezTo>
                <a:lnTo>
                  <a:pt x="441841" y="400050"/>
                </a:lnTo>
                <a:lnTo>
                  <a:pt x="301198" y="400050"/>
                </a:lnTo>
                <a:lnTo>
                  <a:pt x="283339" y="440234"/>
                </a:lnTo>
                <a:cubicBezTo>
                  <a:pt x="276910" y="454700"/>
                  <a:pt x="260032" y="461129"/>
                  <a:pt x="245656" y="454700"/>
                </a:cubicBezTo>
                <a:cubicBezTo>
                  <a:pt x="231279" y="448270"/>
                  <a:pt x="224760" y="431393"/>
                  <a:pt x="231190" y="417016"/>
                </a:cubicBezTo>
                <a:lnTo>
                  <a:pt x="266730" y="337096"/>
                </a:lnTo>
                <a:lnTo>
                  <a:pt x="221724" y="317093"/>
                </a:lnTo>
                <a:cubicBezTo>
                  <a:pt x="201186" y="307985"/>
                  <a:pt x="181541" y="297091"/>
                  <a:pt x="162967" y="284589"/>
                </a:cubicBezTo>
                <a:cubicBezTo>
                  <a:pt x="143947" y="299948"/>
                  <a:pt x="123140" y="313343"/>
                  <a:pt x="100905" y="324505"/>
                </a:cubicBezTo>
                <a:lnTo>
                  <a:pt x="69919" y="339864"/>
                </a:lnTo>
                <a:cubicBezTo>
                  <a:pt x="55811" y="346918"/>
                  <a:pt x="38666" y="341203"/>
                  <a:pt x="31611" y="327094"/>
                </a:cubicBezTo>
                <a:cubicBezTo>
                  <a:pt x="24557" y="312986"/>
                  <a:pt x="30272" y="295841"/>
                  <a:pt x="44381" y="288786"/>
                </a:cubicBezTo>
                <a:lnTo>
                  <a:pt x="75188" y="273338"/>
                </a:lnTo>
                <a:cubicBezTo>
                  <a:pt x="89743" y="266015"/>
                  <a:pt x="103584" y="257532"/>
                  <a:pt x="116622" y="248067"/>
                </a:cubicBezTo>
                <a:cubicBezTo>
                  <a:pt x="104299" y="236726"/>
                  <a:pt x="92690" y="224492"/>
                  <a:pt x="81885" y="211544"/>
                </a:cubicBezTo>
                <a:lnTo>
                  <a:pt x="72866" y="200650"/>
                </a:lnTo>
                <a:cubicBezTo>
                  <a:pt x="62776" y="188506"/>
                  <a:pt x="64383" y="170468"/>
                  <a:pt x="76527" y="160377"/>
                </a:cubicBezTo>
                <a:cubicBezTo>
                  <a:pt x="88672" y="150287"/>
                  <a:pt x="106710" y="151894"/>
                  <a:pt x="116800" y="164038"/>
                </a:cubicBezTo>
                <a:lnTo>
                  <a:pt x="125909" y="174933"/>
                </a:lnTo>
                <a:cubicBezTo>
                  <a:pt x="136178" y="187345"/>
                  <a:pt x="147429" y="198864"/>
                  <a:pt x="159306" y="209490"/>
                </a:cubicBezTo>
                <a:cubicBezTo>
                  <a:pt x="183862" y="182344"/>
                  <a:pt x="203240" y="150465"/>
                  <a:pt x="216009" y="115372"/>
                </a:cubicBezTo>
                <a:lnTo>
                  <a:pt x="216456" y="114300"/>
                </a:lnTo>
                <a:lnTo>
                  <a:pt x="28664" y="114300"/>
                </a:lnTo>
                <a:cubicBezTo>
                  <a:pt x="12769" y="114300"/>
                  <a:pt x="0" y="101531"/>
                  <a:pt x="0" y="85725"/>
                </a:cubicBezTo>
                <a:cubicBezTo>
                  <a:pt x="0" y="69919"/>
                  <a:pt x="12769" y="57150"/>
                  <a:pt x="28575" y="57150"/>
                </a:cubicBezTo>
                <a:lnTo>
                  <a:pt x="114300" y="57150"/>
                </a:lnTo>
                <a:lnTo>
                  <a:pt x="114300" y="28575"/>
                </a:lnTo>
                <a:cubicBezTo>
                  <a:pt x="114300" y="12769"/>
                  <a:pt x="127069" y="0"/>
                  <a:pt x="142875" y="0"/>
                </a:cubicBezTo>
                <a:close/>
                <a:moveTo>
                  <a:pt x="371475" y="241816"/>
                </a:moveTo>
                <a:lnTo>
                  <a:pt x="326559" y="342900"/>
                </a:lnTo>
                <a:lnTo>
                  <a:pt x="416391" y="342900"/>
                </a:lnTo>
                <a:lnTo>
                  <a:pt x="371475" y="241816"/>
                </a:ln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Writing and Creating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Shkrimi dhe Krijimi i Përmbajtjes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9431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21526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47" y="42863"/>
                </a:moveTo>
                <a:cubicBezTo>
                  <a:pt x="14399" y="42863"/>
                  <a:pt x="0" y="57262"/>
                  <a:pt x="0" y="75009"/>
                </a:cubicBezTo>
                <a:cubicBezTo>
                  <a:pt x="0" y="85122"/>
                  <a:pt x="4755" y="94632"/>
                  <a:pt x="12859" y="100727"/>
                </a:cubicBezTo>
                <a:lnTo>
                  <a:pt x="152162" y="205204"/>
                </a:lnTo>
                <a:cubicBezTo>
                  <a:pt x="163614" y="213777"/>
                  <a:pt x="179286" y="213777"/>
                  <a:pt x="190738" y="205204"/>
                </a:cubicBezTo>
                <a:lnTo>
                  <a:pt x="330041" y="100727"/>
                </a:lnTo>
                <a:cubicBezTo>
                  <a:pt x="338145" y="94632"/>
                  <a:pt x="342900" y="85122"/>
                  <a:pt x="342900" y="75009"/>
                </a:cubicBezTo>
                <a:cubicBezTo>
                  <a:pt x="342900" y="57262"/>
                  <a:pt x="328501" y="42862"/>
                  <a:pt x="310753" y="42862"/>
                </a:cubicBezTo>
                <a:lnTo>
                  <a:pt x="32147" y="42863"/>
                </a:lnTo>
                <a:close/>
                <a:moveTo>
                  <a:pt x="0" y="131266"/>
                </a:moveTo>
                <a:lnTo>
                  <a:pt x="0" y="257175"/>
                </a:lnTo>
                <a:cubicBezTo>
                  <a:pt x="0" y="280816"/>
                  <a:pt x="19221" y="300038"/>
                  <a:pt x="42863" y="300038"/>
                </a:cubicBezTo>
                <a:lnTo>
                  <a:pt x="300038" y="300038"/>
                </a:lnTo>
                <a:cubicBezTo>
                  <a:pt x="323679" y="300038"/>
                  <a:pt x="342900" y="280816"/>
                  <a:pt x="342900" y="257175"/>
                </a:cubicBezTo>
                <a:lnTo>
                  <a:pt x="342900" y="131266"/>
                </a:lnTo>
                <a:lnTo>
                  <a:pt x="210026" y="230922"/>
                </a:lnTo>
                <a:cubicBezTo>
                  <a:pt x="187189" y="248067"/>
                  <a:pt x="155711" y="248067"/>
                  <a:pt x="132874" y="230922"/>
                </a:cubicBezTo>
                <a:lnTo>
                  <a:pt x="0" y="1312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1885950"/>
            <a:ext cx="3181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Emails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266950"/>
            <a:ext cx="3152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write professional and casual emails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533650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Ndihmojnë të shkruani email profesionalë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19431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2263" y="21526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0" y="42863"/>
                </a:moveTo>
                <a:cubicBezTo>
                  <a:pt x="0" y="19221"/>
                  <a:pt x="19221" y="0"/>
                  <a:pt x="42863" y="0"/>
                </a:cubicBezTo>
                <a:lnTo>
                  <a:pt x="142987" y="0"/>
                </a:lnTo>
                <a:cubicBezTo>
                  <a:pt x="154372" y="0"/>
                  <a:pt x="165289" y="4487"/>
                  <a:pt x="173325" y="12524"/>
                </a:cubicBezTo>
                <a:lnTo>
                  <a:pt x="244651" y="83917"/>
                </a:lnTo>
                <a:cubicBezTo>
                  <a:pt x="252688" y="91953"/>
                  <a:pt x="257175" y="102870"/>
                  <a:pt x="257175" y="114255"/>
                </a:cubicBezTo>
                <a:lnTo>
                  <a:pt x="257175" y="300038"/>
                </a:lnTo>
                <a:cubicBezTo>
                  <a:pt x="257175" y="323679"/>
                  <a:pt x="237954" y="342900"/>
                  <a:pt x="214313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42863"/>
                </a:lnTo>
                <a:close/>
                <a:moveTo>
                  <a:pt x="139303" y="39179"/>
                </a:moveTo>
                <a:lnTo>
                  <a:pt x="139303" y="101798"/>
                </a:lnTo>
                <a:cubicBezTo>
                  <a:pt x="139303" y="110706"/>
                  <a:pt x="146469" y="117872"/>
                  <a:pt x="155377" y="117872"/>
                </a:cubicBezTo>
                <a:lnTo>
                  <a:pt x="217996" y="117872"/>
                </a:lnTo>
                <a:lnTo>
                  <a:pt x="139303" y="39179"/>
                </a:lnTo>
                <a:close/>
                <a:moveTo>
                  <a:pt x="80367" y="171450"/>
                </a:moveTo>
                <a:cubicBezTo>
                  <a:pt x="71460" y="171450"/>
                  <a:pt x="64294" y="178616"/>
                  <a:pt x="64294" y="187523"/>
                </a:cubicBezTo>
                <a:cubicBezTo>
                  <a:pt x="64294" y="196431"/>
                  <a:pt x="71460" y="203597"/>
                  <a:pt x="80367" y="203597"/>
                </a:cubicBezTo>
                <a:lnTo>
                  <a:pt x="176808" y="203597"/>
                </a:lnTo>
                <a:cubicBezTo>
                  <a:pt x="185715" y="203597"/>
                  <a:pt x="192881" y="196431"/>
                  <a:pt x="192881" y="187523"/>
                </a:cubicBezTo>
                <a:cubicBezTo>
                  <a:pt x="192881" y="178616"/>
                  <a:pt x="185715" y="171450"/>
                  <a:pt x="176808" y="171450"/>
                </a:cubicBezTo>
                <a:lnTo>
                  <a:pt x="80367" y="171450"/>
                </a:lnTo>
                <a:close/>
                <a:moveTo>
                  <a:pt x="80367" y="235744"/>
                </a:moveTo>
                <a:cubicBezTo>
                  <a:pt x="71460" y="235744"/>
                  <a:pt x="64294" y="242910"/>
                  <a:pt x="64294" y="251817"/>
                </a:cubicBezTo>
                <a:cubicBezTo>
                  <a:pt x="64294" y="260725"/>
                  <a:pt x="71460" y="267891"/>
                  <a:pt x="80367" y="267891"/>
                </a:cubicBezTo>
                <a:lnTo>
                  <a:pt x="176808" y="267891"/>
                </a:lnTo>
                <a:cubicBezTo>
                  <a:pt x="185715" y="267891"/>
                  <a:pt x="192881" y="260725"/>
                  <a:pt x="192881" y="251817"/>
                </a:cubicBezTo>
                <a:cubicBezTo>
                  <a:pt x="192881" y="242910"/>
                  <a:pt x="185715" y="235744"/>
                  <a:pt x="176808" y="235744"/>
                </a:cubicBezTo>
                <a:lnTo>
                  <a:pt x="80367" y="2357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885950"/>
            <a:ext cx="2914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Essays &amp; Reports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266950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 with school and work writing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53365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Asistojnë në shkrimin e shkollës dhe punës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5052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1148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581" y="43243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57175" y="342900"/>
                </a:moveTo>
                <a:lnTo>
                  <a:pt x="64294" y="342900"/>
                </a:lnTo>
                <a:cubicBezTo>
                  <a:pt x="28798" y="342900"/>
                  <a:pt x="0" y="314102"/>
                  <a:pt x="0" y="278606"/>
                </a:cubicBezTo>
                <a:lnTo>
                  <a:pt x="0" y="64294"/>
                </a:lnTo>
                <a:cubicBezTo>
                  <a:pt x="0" y="28798"/>
                  <a:pt x="28798" y="0"/>
                  <a:pt x="64294" y="0"/>
                </a:cubicBezTo>
                <a:lnTo>
                  <a:pt x="267891" y="0"/>
                </a:lnTo>
                <a:cubicBezTo>
                  <a:pt x="285638" y="0"/>
                  <a:pt x="300038" y="14399"/>
                  <a:pt x="300038" y="32147"/>
                </a:cubicBezTo>
                <a:lnTo>
                  <a:pt x="300038" y="225028"/>
                </a:lnTo>
                <a:cubicBezTo>
                  <a:pt x="300038" y="239025"/>
                  <a:pt x="291063" y="250947"/>
                  <a:pt x="278606" y="255367"/>
                </a:cubicBezTo>
                <a:lnTo>
                  <a:pt x="278606" y="300038"/>
                </a:lnTo>
                <a:cubicBezTo>
                  <a:pt x="290460" y="300038"/>
                  <a:pt x="300038" y="309615"/>
                  <a:pt x="300038" y="321469"/>
                </a:cubicBezTo>
                <a:cubicBezTo>
                  <a:pt x="300038" y="333323"/>
                  <a:pt x="290460" y="342900"/>
                  <a:pt x="278606" y="342900"/>
                </a:cubicBezTo>
                <a:lnTo>
                  <a:pt x="257175" y="342900"/>
                </a:lnTo>
                <a:close/>
                <a:moveTo>
                  <a:pt x="64294" y="257175"/>
                </a:moveTo>
                <a:cubicBezTo>
                  <a:pt x="52440" y="257175"/>
                  <a:pt x="42863" y="266752"/>
                  <a:pt x="42863" y="278606"/>
                </a:cubicBezTo>
                <a:cubicBezTo>
                  <a:pt x="42863" y="290460"/>
                  <a:pt x="52440" y="300038"/>
                  <a:pt x="64294" y="300038"/>
                </a:cubicBezTo>
                <a:lnTo>
                  <a:pt x="235744" y="300038"/>
                </a:lnTo>
                <a:lnTo>
                  <a:pt x="235744" y="257175"/>
                </a:lnTo>
                <a:lnTo>
                  <a:pt x="64294" y="257175"/>
                </a:lnTo>
                <a:close/>
                <a:moveTo>
                  <a:pt x="85725" y="101798"/>
                </a:moveTo>
                <a:cubicBezTo>
                  <a:pt x="85725" y="110706"/>
                  <a:pt x="92891" y="117872"/>
                  <a:pt x="101798" y="117872"/>
                </a:cubicBezTo>
                <a:lnTo>
                  <a:pt x="219670" y="117872"/>
                </a:lnTo>
                <a:cubicBezTo>
                  <a:pt x="228578" y="117872"/>
                  <a:pt x="235744" y="110706"/>
                  <a:pt x="235744" y="101798"/>
                </a:cubicBezTo>
                <a:cubicBezTo>
                  <a:pt x="235744" y="92891"/>
                  <a:pt x="228578" y="85725"/>
                  <a:pt x="219670" y="85725"/>
                </a:cubicBezTo>
                <a:lnTo>
                  <a:pt x="101798" y="85725"/>
                </a:lnTo>
                <a:cubicBezTo>
                  <a:pt x="92891" y="85725"/>
                  <a:pt x="85725" y="92891"/>
                  <a:pt x="85725" y="101798"/>
                </a:cubicBezTo>
                <a:close/>
                <a:moveTo>
                  <a:pt x="101798" y="150019"/>
                </a:moveTo>
                <a:cubicBezTo>
                  <a:pt x="92891" y="150019"/>
                  <a:pt x="85725" y="157185"/>
                  <a:pt x="85725" y="166092"/>
                </a:cubicBezTo>
                <a:cubicBezTo>
                  <a:pt x="85725" y="175000"/>
                  <a:pt x="92891" y="182166"/>
                  <a:pt x="101798" y="182166"/>
                </a:cubicBezTo>
                <a:lnTo>
                  <a:pt x="219670" y="182166"/>
                </a:lnTo>
                <a:cubicBezTo>
                  <a:pt x="228578" y="182166"/>
                  <a:pt x="235744" y="175000"/>
                  <a:pt x="235744" y="166092"/>
                </a:cubicBezTo>
                <a:cubicBezTo>
                  <a:pt x="235744" y="157185"/>
                  <a:pt x="228578" y="150019"/>
                  <a:pt x="219670" y="150019"/>
                </a:cubicBezTo>
                <a:lnTo>
                  <a:pt x="101798" y="1500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057650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Stories &amp; Poems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438650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creative writing and fiction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470535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Krijojnë shkrim kreativ dhe fabul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5052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1148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4324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57175" y="128588"/>
                </a:moveTo>
                <a:cubicBezTo>
                  <a:pt x="292671" y="128588"/>
                  <a:pt x="321469" y="99789"/>
                  <a:pt x="321469" y="64294"/>
                </a:cubicBezTo>
                <a:cubicBezTo>
                  <a:pt x="321469" y="28798"/>
                  <a:pt x="292671" y="0"/>
                  <a:pt x="257175" y="0"/>
                </a:cubicBezTo>
                <a:cubicBezTo>
                  <a:pt x="221679" y="0"/>
                  <a:pt x="192881" y="28798"/>
                  <a:pt x="192881" y="64294"/>
                </a:cubicBezTo>
                <a:cubicBezTo>
                  <a:pt x="192881" y="67910"/>
                  <a:pt x="193216" y="71527"/>
                  <a:pt x="193752" y="75009"/>
                </a:cubicBezTo>
                <a:lnTo>
                  <a:pt x="106888" y="123297"/>
                </a:lnTo>
                <a:cubicBezTo>
                  <a:pt x="95570" y="113251"/>
                  <a:pt x="80635" y="107156"/>
                  <a:pt x="64294" y="107156"/>
                </a:cubicBezTo>
                <a:cubicBezTo>
                  <a:pt x="28798" y="107156"/>
                  <a:pt x="0" y="135954"/>
                  <a:pt x="0" y="171450"/>
                </a:cubicBezTo>
                <a:cubicBezTo>
                  <a:pt x="0" y="206946"/>
                  <a:pt x="28798" y="235744"/>
                  <a:pt x="64294" y="235744"/>
                </a:cubicBezTo>
                <a:cubicBezTo>
                  <a:pt x="80635" y="235744"/>
                  <a:pt x="95503" y="229649"/>
                  <a:pt x="106888" y="219603"/>
                </a:cubicBezTo>
                <a:lnTo>
                  <a:pt x="193752" y="267891"/>
                </a:lnTo>
                <a:cubicBezTo>
                  <a:pt x="193149" y="271373"/>
                  <a:pt x="192881" y="274923"/>
                  <a:pt x="192881" y="278606"/>
                </a:cubicBezTo>
                <a:cubicBezTo>
                  <a:pt x="192881" y="314102"/>
                  <a:pt x="221679" y="342900"/>
                  <a:pt x="257175" y="342900"/>
                </a:cubicBezTo>
                <a:cubicBezTo>
                  <a:pt x="292671" y="342900"/>
                  <a:pt x="321469" y="314102"/>
                  <a:pt x="321469" y="278606"/>
                </a:cubicBezTo>
                <a:cubicBezTo>
                  <a:pt x="321469" y="243111"/>
                  <a:pt x="292671" y="214313"/>
                  <a:pt x="257175" y="214313"/>
                </a:cubicBezTo>
                <a:cubicBezTo>
                  <a:pt x="240834" y="214313"/>
                  <a:pt x="225966" y="220407"/>
                  <a:pt x="214580" y="230453"/>
                </a:cubicBezTo>
                <a:lnTo>
                  <a:pt x="127717" y="182166"/>
                </a:lnTo>
                <a:cubicBezTo>
                  <a:pt x="128320" y="178683"/>
                  <a:pt x="128588" y="175133"/>
                  <a:pt x="128588" y="171450"/>
                </a:cubicBezTo>
                <a:cubicBezTo>
                  <a:pt x="128588" y="167767"/>
                  <a:pt x="128253" y="164217"/>
                  <a:pt x="127717" y="160734"/>
                </a:cubicBezTo>
                <a:lnTo>
                  <a:pt x="214580" y="112447"/>
                </a:lnTo>
                <a:cubicBezTo>
                  <a:pt x="225899" y="122493"/>
                  <a:pt x="240834" y="128588"/>
                  <a:pt x="257175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057650"/>
            <a:ext cx="2695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43865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posts, captions, and updates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70535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Shkruajnë postime dhe përditësime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638800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5791200"/>
            <a:ext cx="1122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LLMs help with writing but don't replace human creativity!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Modelet ndihmojnë në shkrim por nuk zëvendësojnë kreativitetin njerëzor!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Answering Questions and Explaining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Përgjigja e Pyetjeve dhe Shpjegimi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739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98227"/>
                </a:moveTo>
                <a:cubicBezTo>
                  <a:pt x="132997" y="98227"/>
                  <a:pt x="125016" y="106207"/>
                  <a:pt x="125016" y="116086"/>
                </a:cubicBezTo>
                <a:cubicBezTo>
                  <a:pt x="125016" y="123509"/>
                  <a:pt x="119044" y="129480"/>
                  <a:pt x="111621" y="129480"/>
                </a:cubicBezTo>
                <a:cubicBezTo>
                  <a:pt x="104198" y="129480"/>
                  <a:pt x="98227" y="123509"/>
                  <a:pt x="98227" y="116086"/>
                </a:cubicBezTo>
                <a:cubicBezTo>
                  <a:pt x="98227" y="91418"/>
                  <a:pt x="118207" y="71438"/>
                  <a:pt x="142875" y="71438"/>
                </a:cubicBezTo>
                <a:cubicBezTo>
                  <a:pt x="167543" y="71438"/>
                  <a:pt x="187523" y="91418"/>
                  <a:pt x="187523" y="116086"/>
                </a:cubicBezTo>
                <a:cubicBezTo>
                  <a:pt x="187523" y="142429"/>
                  <a:pt x="167432" y="153591"/>
                  <a:pt x="156270" y="157665"/>
                </a:cubicBezTo>
                <a:lnTo>
                  <a:pt x="156270" y="159786"/>
                </a:lnTo>
                <a:cubicBezTo>
                  <a:pt x="156270" y="167208"/>
                  <a:pt x="150298" y="173180"/>
                  <a:pt x="142875" y="173180"/>
                </a:cubicBezTo>
                <a:cubicBezTo>
                  <a:pt x="135452" y="173180"/>
                  <a:pt x="129480" y="167208"/>
                  <a:pt x="129480" y="159786"/>
                </a:cubicBezTo>
                <a:lnTo>
                  <a:pt x="129480" y="155265"/>
                </a:lnTo>
                <a:cubicBezTo>
                  <a:pt x="129480" y="143824"/>
                  <a:pt x="137740" y="135620"/>
                  <a:pt x="146279" y="132829"/>
                </a:cubicBezTo>
                <a:cubicBezTo>
                  <a:pt x="149851" y="131657"/>
                  <a:pt x="153646" y="129760"/>
                  <a:pt x="156437" y="127081"/>
                </a:cubicBezTo>
                <a:cubicBezTo>
                  <a:pt x="158837" y="124737"/>
                  <a:pt x="160734" y="121500"/>
                  <a:pt x="160734" y="116142"/>
                </a:cubicBezTo>
                <a:cubicBezTo>
                  <a:pt x="160734" y="106263"/>
                  <a:pt x="152753" y="98282"/>
                  <a:pt x="142875" y="98282"/>
                </a:cubicBezTo>
                <a:close/>
                <a:moveTo>
                  <a:pt x="125016" y="205383"/>
                </a:moveTo>
                <a:cubicBezTo>
                  <a:pt x="125016" y="195526"/>
                  <a:pt x="133018" y="187523"/>
                  <a:pt x="142875" y="187523"/>
                </a:cubicBezTo>
                <a:cubicBezTo>
                  <a:pt x="152732" y="187523"/>
                  <a:pt x="160734" y="195526"/>
                  <a:pt x="160734" y="205383"/>
                </a:cubicBezTo>
                <a:cubicBezTo>
                  <a:pt x="160734" y="215240"/>
                  <a:pt x="152732" y="223242"/>
                  <a:pt x="142875" y="223242"/>
                </a:cubicBezTo>
                <a:cubicBezTo>
                  <a:pt x="133018" y="223242"/>
                  <a:pt x="125016" y="215240"/>
                  <a:pt x="125016" y="2053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62100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Ask Anything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81200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 ask LLMs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question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from "What is photosynthesis?" to "How do airplanes fly?"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1461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Mund të pyesni Modelet e Mëdha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çdo pyetje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nga "Çfarë është fotosinteza?" te "Si fluturojnë aeroplanet?"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529013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3757613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56047" y="391953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57613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Simple Explanations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176712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can explain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topics simply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like explaining quantum physics to a 10-year-old!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10125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 mund të shpjegojnë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tema komplekse thjesht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si të shpjegosh fizikën kuantike një fëmije 10-vjeçar!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14371" y="2233613"/>
            <a:ext cx="1143000" cy="1524000"/>
          </a:xfrm>
          <a:custGeom>
            <a:avLst/>
            <a:gdLst/>
            <a:ahLst/>
            <a:cxnLst/>
            <a:rect l="l" t="t" r="r" b="b"/>
            <a:pathLst>
              <a:path w="1143000" h="1524000">
                <a:moveTo>
                  <a:pt x="871835" y="1143000"/>
                </a:moveTo>
                <a:cubicBezTo>
                  <a:pt x="893564" y="1076623"/>
                  <a:pt x="937022" y="1016496"/>
                  <a:pt x="986135" y="964704"/>
                </a:cubicBezTo>
                <a:cubicBezTo>
                  <a:pt x="1083469" y="862310"/>
                  <a:pt x="1143000" y="723900"/>
                  <a:pt x="1143000" y="571500"/>
                </a:cubicBezTo>
                <a:cubicBezTo>
                  <a:pt x="1143000" y="255984"/>
                  <a:pt x="887016" y="0"/>
                  <a:pt x="571500" y="0"/>
                </a:cubicBezTo>
                <a:cubicBezTo>
                  <a:pt x="255984" y="0"/>
                  <a:pt x="0" y="255984"/>
                  <a:pt x="0" y="571500"/>
                </a:cubicBezTo>
                <a:cubicBezTo>
                  <a:pt x="0" y="723900"/>
                  <a:pt x="59531" y="862310"/>
                  <a:pt x="156865" y="964704"/>
                </a:cubicBezTo>
                <a:cubicBezTo>
                  <a:pt x="205978" y="1016496"/>
                  <a:pt x="249734" y="1076623"/>
                  <a:pt x="271165" y="1143000"/>
                </a:cubicBezTo>
                <a:lnTo>
                  <a:pt x="871538" y="1143000"/>
                </a:lnTo>
                <a:close/>
                <a:moveTo>
                  <a:pt x="857250" y="1285875"/>
                </a:moveTo>
                <a:lnTo>
                  <a:pt x="285750" y="1285875"/>
                </a:lnTo>
                <a:lnTo>
                  <a:pt x="285750" y="1333500"/>
                </a:lnTo>
                <a:cubicBezTo>
                  <a:pt x="285750" y="1465064"/>
                  <a:pt x="392311" y="1571625"/>
                  <a:pt x="523875" y="1571625"/>
                </a:cubicBezTo>
                <a:lnTo>
                  <a:pt x="619125" y="1571625"/>
                </a:lnTo>
                <a:cubicBezTo>
                  <a:pt x="750689" y="1571625"/>
                  <a:pt x="857250" y="1465064"/>
                  <a:pt x="857250" y="1333500"/>
                </a:cubicBezTo>
                <a:lnTo>
                  <a:pt x="857250" y="1285875"/>
                </a:lnTo>
                <a:close/>
                <a:moveTo>
                  <a:pt x="547687" y="333375"/>
                </a:moveTo>
                <a:cubicBezTo>
                  <a:pt x="429220" y="333375"/>
                  <a:pt x="333375" y="429220"/>
                  <a:pt x="333375" y="547687"/>
                </a:cubicBezTo>
                <a:cubicBezTo>
                  <a:pt x="333375" y="587276"/>
                  <a:pt x="301526" y="619125"/>
                  <a:pt x="261938" y="619125"/>
                </a:cubicBezTo>
                <a:cubicBezTo>
                  <a:pt x="222349" y="619125"/>
                  <a:pt x="190500" y="587276"/>
                  <a:pt x="190500" y="547687"/>
                </a:cubicBezTo>
                <a:cubicBezTo>
                  <a:pt x="190500" y="350341"/>
                  <a:pt x="350341" y="190500"/>
                  <a:pt x="547687" y="190500"/>
                </a:cubicBezTo>
                <a:cubicBezTo>
                  <a:pt x="587276" y="190500"/>
                  <a:pt x="619125" y="222349"/>
                  <a:pt x="619125" y="261938"/>
                </a:cubicBezTo>
                <a:cubicBezTo>
                  <a:pt x="619125" y="301526"/>
                  <a:pt x="587276" y="333375"/>
                  <a:pt x="547687" y="33337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576221" y="3986213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Helper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Ndihmës Mësimi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648325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485775" y="5800725"/>
            <a:ext cx="1122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LLMs can make mistakes - always double-check important information!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Modelet mund të bëjnë gabime - kontrolloni gjithmonë informacionin e rëndësishëm!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Translating Languages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Përkthimi i Gjuhëve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24038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526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56047" y="221456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89297" y="0"/>
                </a:moveTo>
                <a:cubicBezTo>
                  <a:pt x="99175" y="0"/>
                  <a:pt x="107156" y="7981"/>
                  <a:pt x="107156" y="17859"/>
                </a:cubicBezTo>
                <a:lnTo>
                  <a:pt x="107156" y="35719"/>
                </a:lnTo>
                <a:lnTo>
                  <a:pt x="178594" y="35719"/>
                </a:lnTo>
                <a:cubicBezTo>
                  <a:pt x="188472" y="35719"/>
                  <a:pt x="196453" y="43700"/>
                  <a:pt x="196453" y="53578"/>
                </a:cubicBezTo>
                <a:cubicBezTo>
                  <a:pt x="196453" y="63457"/>
                  <a:pt x="188472" y="71438"/>
                  <a:pt x="178594" y="71438"/>
                </a:cubicBezTo>
                <a:lnTo>
                  <a:pt x="173236" y="71438"/>
                </a:lnTo>
                <a:lnTo>
                  <a:pt x="168548" y="84330"/>
                </a:lnTo>
                <a:cubicBezTo>
                  <a:pt x="159395" y="109556"/>
                  <a:pt x="145610" y="132606"/>
                  <a:pt x="128253" y="152419"/>
                </a:cubicBezTo>
                <a:cubicBezTo>
                  <a:pt x="136178" y="157330"/>
                  <a:pt x="144438" y="161683"/>
                  <a:pt x="153033" y="165534"/>
                </a:cubicBezTo>
                <a:lnTo>
                  <a:pt x="181161" y="178036"/>
                </a:lnTo>
                <a:lnTo>
                  <a:pt x="215875" y="99901"/>
                </a:lnTo>
                <a:cubicBezTo>
                  <a:pt x="218722" y="93427"/>
                  <a:pt x="225140" y="89297"/>
                  <a:pt x="232172" y="89297"/>
                </a:cubicBezTo>
                <a:cubicBezTo>
                  <a:pt x="239204" y="89297"/>
                  <a:pt x="245622" y="93427"/>
                  <a:pt x="248469" y="99901"/>
                </a:cubicBezTo>
                <a:lnTo>
                  <a:pt x="319906" y="260635"/>
                </a:lnTo>
                <a:cubicBezTo>
                  <a:pt x="323924" y="269677"/>
                  <a:pt x="319850" y="280225"/>
                  <a:pt x="310865" y="284187"/>
                </a:cubicBezTo>
                <a:cubicBezTo>
                  <a:pt x="301879" y="288150"/>
                  <a:pt x="291275" y="284131"/>
                  <a:pt x="287313" y="275146"/>
                </a:cubicBezTo>
                <a:lnTo>
                  <a:pt x="276151" y="250031"/>
                </a:lnTo>
                <a:lnTo>
                  <a:pt x="188249" y="250031"/>
                </a:lnTo>
                <a:lnTo>
                  <a:pt x="177087" y="275146"/>
                </a:lnTo>
                <a:cubicBezTo>
                  <a:pt x="173069" y="284187"/>
                  <a:pt x="162520" y="288206"/>
                  <a:pt x="153535" y="284187"/>
                </a:cubicBezTo>
                <a:cubicBezTo>
                  <a:pt x="144549" y="280169"/>
                  <a:pt x="140475" y="269621"/>
                  <a:pt x="144494" y="260635"/>
                </a:cubicBezTo>
                <a:lnTo>
                  <a:pt x="166706" y="210685"/>
                </a:lnTo>
                <a:lnTo>
                  <a:pt x="138578" y="198183"/>
                </a:lnTo>
                <a:cubicBezTo>
                  <a:pt x="125741" y="192491"/>
                  <a:pt x="113463" y="185682"/>
                  <a:pt x="101854" y="177868"/>
                </a:cubicBezTo>
                <a:cubicBezTo>
                  <a:pt x="89967" y="187468"/>
                  <a:pt x="76963" y="195839"/>
                  <a:pt x="63066" y="202816"/>
                </a:cubicBezTo>
                <a:lnTo>
                  <a:pt x="43700" y="212415"/>
                </a:lnTo>
                <a:cubicBezTo>
                  <a:pt x="34882" y="216824"/>
                  <a:pt x="24166" y="213252"/>
                  <a:pt x="19757" y="204434"/>
                </a:cubicBezTo>
                <a:cubicBezTo>
                  <a:pt x="15348" y="195616"/>
                  <a:pt x="18920" y="184900"/>
                  <a:pt x="27738" y="180491"/>
                </a:cubicBezTo>
                <a:lnTo>
                  <a:pt x="46992" y="170836"/>
                </a:lnTo>
                <a:cubicBezTo>
                  <a:pt x="56090" y="166260"/>
                  <a:pt x="64740" y="160958"/>
                  <a:pt x="72889" y="155042"/>
                </a:cubicBezTo>
                <a:cubicBezTo>
                  <a:pt x="65187" y="147954"/>
                  <a:pt x="57931" y="140308"/>
                  <a:pt x="51178" y="132215"/>
                </a:cubicBezTo>
                <a:lnTo>
                  <a:pt x="45541" y="125406"/>
                </a:lnTo>
                <a:cubicBezTo>
                  <a:pt x="39235" y="117816"/>
                  <a:pt x="40239" y="106542"/>
                  <a:pt x="47830" y="100236"/>
                </a:cubicBezTo>
                <a:cubicBezTo>
                  <a:pt x="55420" y="93929"/>
                  <a:pt x="66694" y="94934"/>
                  <a:pt x="73000" y="102524"/>
                </a:cubicBezTo>
                <a:lnTo>
                  <a:pt x="78693" y="109333"/>
                </a:lnTo>
                <a:cubicBezTo>
                  <a:pt x="85111" y="117091"/>
                  <a:pt x="92143" y="124290"/>
                  <a:pt x="99566" y="130932"/>
                </a:cubicBezTo>
                <a:cubicBezTo>
                  <a:pt x="114914" y="113965"/>
                  <a:pt x="127025" y="94041"/>
                  <a:pt x="135006" y="72107"/>
                </a:cubicBezTo>
                <a:lnTo>
                  <a:pt x="135285" y="71437"/>
                </a:lnTo>
                <a:lnTo>
                  <a:pt x="17915" y="71437"/>
                </a:lnTo>
                <a:cubicBezTo>
                  <a:pt x="7981" y="71438"/>
                  <a:pt x="0" y="63457"/>
                  <a:pt x="0" y="53578"/>
                </a:cubicBezTo>
                <a:cubicBezTo>
                  <a:pt x="0" y="43700"/>
                  <a:pt x="7981" y="35719"/>
                  <a:pt x="17859" y="35719"/>
                </a:cubicBezTo>
                <a:lnTo>
                  <a:pt x="71438" y="35719"/>
                </a:lnTo>
                <a:lnTo>
                  <a:pt x="71438" y="17859"/>
                </a:lnTo>
                <a:cubicBezTo>
                  <a:pt x="71438" y="7981"/>
                  <a:pt x="79418" y="0"/>
                  <a:pt x="89297" y="0"/>
                </a:cubicBezTo>
                <a:close/>
                <a:moveTo>
                  <a:pt x="232172" y="151135"/>
                </a:moveTo>
                <a:lnTo>
                  <a:pt x="204099" y="214313"/>
                </a:lnTo>
                <a:lnTo>
                  <a:pt x="260245" y="214313"/>
                </a:lnTo>
                <a:lnTo>
                  <a:pt x="232172" y="15113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2637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Many Languages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71738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can translate between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hundreds of languages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English, Albanian, Spanish, Chinese, and more!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05150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Mëdha mund të përkthejnë midis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qindra gjuhëve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anglisht, shqip, spanjisht, kinezisht dhe më shumë!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019550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42481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906" y="4410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248150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Breaking Barriers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667250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help people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 across languages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making the world more connected!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30066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 ndihmojnë njerëzit 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komunikojnë nëpër gjuhë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duke e bërë botën më të lidhur!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23871" y="272415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165795" y="594420"/>
                </a:moveTo>
                <a:lnTo>
                  <a:pt x="257770" y="686395"/>
                </a:lnTo>
                <a:cubicBezTo>
                  <a:pt x="275630" y="704255"/>
                  <a:pt x="299740" y="714375"/>
                  <a:pt x="325041" y="714375"/>
                </a:cubicBezTo>
                <a:lnTo>
                  <a:pt x="389037" y="714375"/>
                </a:lnTo>
                <a:cubicBezTo>
                  <a:pt x="414337" y="714375"/>
                  <a:pt x="438448" y="724495"/>
                  <a:pt x="456307" y="742355"/>
                </a:cubicBezTo>
                <a:lnTo>
                  <a:pt x="543520" y="829568"/>
                </a:lnTo>
                <a:cubicBezTo>
                  <a:pt x="561380" y="847427"/>
                  <a:pt x="571500" y="871538"/>
                  <a:pt x="571500" y="896838"/>
                </a:cubicBezTo>
                <a:lnTo>
                  <a:pt x="571500" y="1008459"/>
                </a:lnTo>
                <a:cubicBezTo>
                  <a:pt x="571500" y="1033760"/>
                  <a:pt x="581620" y="1057870"/>
                  <a:pt x="599480" y="1075730"/>
                </a:cubicBezTo>
                <a:lnTo>
                  <a:pt x="639068" y="1115318"/>
                </a:lnTo>
                <a:cubicBezTo>
                  <a:pt x="656927" y="1133177"/>
                  <a:pt x="667048" y="1157288"/>
                  <a:pt x="667048" y="1182588"/>
                </a:cubicBezTo>
                <a:lnTo>
                  <a:pt x="667048" y="1238250"/>
                </a:lnTo>
                <a:cubicBezTo>
                  <a:pt x="667048" y="1290935"/>
                  <a:pt x="709613" y="1333500"/>
                  <a:pt x="762298" y="1333500"/>
                </a:cubicBezTo>
                <a:cubicBezTo>
                  <a:pt x="814983" y="1333500"/>
                  <a:pt x="857548" y="1290935"/>
                  <a:pt x="857548" y="1238250"/>
                </a:cubicBezTo>
                <a:lnTo>
                  <a:pt x="857548" y="1230213"/>
                </a:lnTo>
                <a:cubicBezTo>
                  <a:pt x="857548" y="1204913"/>
                  <a:pt x="867668" y="1180802"/>
                  <a:pt x="885527" y="1162943"/>
                </a:cubicBezTo>
                <a:lnTo>
                  <a:pt x="1020366" y="1028105"/>
                </a:lnTo>
                <a:cubicBezTo>
                  <a:pt x="1038225" y="1010245"/>
                  <a:pt x="1048345" y="986135"/>
                  <a:pt x="1048345" y="960834"/>
                </a:cubicBezTo>
                <a:lnTo>
                  <a:pt x="1048345" y="857548"/>
                </a:lnTo>
                <a:cubicBezTo>
                  <a:pt x="1048345" y="804863"/>
                  <a:pt x="1005780" y="762298"/>
                  <a:pt x="953095" y="762298"/>
                </a:cubicBezTo>
                <a:lnTo>
                  <a:pt x="706934" y="762298"/>
                </a:lnTo>
                <a:cubicBezTo>
                  <a:pt x="681633" y="762298"/>
                  <a:pt x="657523" y="752177"/>
                  <a:pt x="639663" y="734318"/>
                </a:cubicBezTo>
                <a:lnTo>
                  <a:pt x="592038" y="686693"/>
                </a:lnTo>
                <a:cubicBezTo>
                  <a:pt x="579537" y="674191"/>
                  <a:pt x="572393" y="656927"/>
                  <a:pt x="572393" y="639068"/>
                </a:cubicBezTo>
                <a:cubicBezTo>
                  <a:pt x="572393" y="601861"/>
                  <a:pt x="602456" y="571798"/>
                  <a:pt x="639663" y="571798"/>
                </a:cubicBezTo>
                <a:lnTo>
                  <a:pt x="742950" y="571798"/>
                </a:lnTo>
                <a:cubicBezTo>
                  <a:pt x="780157" y="571798"/>
                  <a:pt x="810220" y="541734"/>
                  <a:pt x="810220" y="504527"/>
                </a:cubicBezTo>
                <a:cubicBezTo>
                  <a:pt x="810220" y="486668"/>
                  <a:pt x="803077" y="469404"/>
                  <a:pt x="790575" y="456902"/>
                </a:cubicBezTo>
                <a:lnTo>
                  <a:pt x="731937" y="398264"/>
                </a:lnTo>
                <a:cubicBezTo>
                  <a:pt x="720328" y="386953"/>
                  <a:pt x="714375" y="372368"/>
                  <a:pt x="714375" y="357188"/>
                </a:cubicBezTo>
                <a:cubicBezTo>
                  <a:pt x="714375" y="342007"/>
                  <a:pt x="720328" y="327422"/>
                  <a:pt x="731341" y="316409"/>
                </a:cubicBezTo>
                <a:lnTo>
                  <a:pt x="782836" y="264914"/>
                </a:lnTo>
                <a:cubicBezTo>
                  <a:pt x="800100" y="247650"/>
                  <a:pt x="809923" y="224135"/>
                  <a:pt x="809923" y="199727"/>
                </a:cubicBezTo>
                <a:cubicBezTo>
                  <a:pt x="809923" y="178296"/>
                  <a:pt x="802779" y="158948"/>
                  <a:pt x="790873" y="143470"/>
                </a:cubicBezTo>
                <a:cubicBezTo>
                  <a:pt x="781348" y="143173"/>
                  <a:pt x="771823" y="142875"/>
                  <a:pt x="762298" y="142875"/>
                </a:cubicBezTo>
                <a:cubicBezTo>
                  <a:pt x="478334" y="142875"/>
                  <a:pt x="239316" y="333970"/>
                  <a:pt x="166092" y="594420"/>
                </a:cubicBezTo>
                <a:close/>
                <a:moveTo>
                  <a:pt x="1381125" y="762000"/>
                </a:moveTo>
                <a:cubicBezTo>
                  <a:pt x="1381125" y="659011"/>
                  <a:pt x="1356122" y="561975"/>
                  <a:pt x="1311473" y="476845"/>
                </a:cubicBezTo>
                <a:cubicBezTo>
                  <a:pt x="1292423" y="479524"/>
                  <a:pt x="1273671" y="488454"/>
                  <a:pt x="1258193" y="503932"/>
                </a:cubicBezTo>
                <a:lnTo>
                  <a:pt x="1218307" y="543818"/>
                </a:lnTo>
                <a:cubicBezTo>
                  <a:pt x="1200448" y="561677"/>
                  <a:pt x="1190327" y="585787"/>
                  <a:pt x="1190327" y="611088"/>
                </a:cubicBezTo>
                <a:lnTo>
                  <a:pt x="1190327" y="714375"/>
                </a:lnTo>
                <a:cubicBezTo>
                  <a:pt x="1190327" y="767060"/>
                  <a:pt x="1232892" y="809625"/>
                  <a:pt x="1285577" y="809625"/>
                </a:cubicBezTo>
                <a:lnTo>
                  <a:pt x="1357313" y="809625"/>
                </a:lnTo>
                <a:cubicBezTo>
                  <a:pt x="1364754" y="809625"/>
                  <a:pt x="1372195" y="808732"/>
                  <a:pt x="1379041" y="807244"/>
                </a:cubicBezTo>
                <a:cubicBezTo>
                  <a:pt x="1380232" y="792361"/>
                  <a:pt x="1380530" y="777180"/>
                  <a:pt x="1380530" y="762000"/>
                </a:cubicBezTo>
                <a:close/>
                <a:moveTo>
                  <a:pt x="0" y="762000"/>
                </a:moveTo>
                <a:cubicBezTo>
                  <a:pt x="0" y="341441"/>
                  <a:pt x="341441" y="0"/>
                  <a:pt x="762000" y="0"/>
                </a:cubicBezTo>
                <a:cubicBezTo>
                  <a:pt x="1182559" y="0"/>
                  <a:pt x="1524000" y="341441"/>
                  <a:pt x="1524000" y="762000"/>
                </a:cubicBezTo>
                <a:cubicBezTo>
                  <a:pt x="1524000" y="1182559"/>
                  <a:pt x="1182559" y="1524000"/>
                  <a:pt x="762000" y="1524000"/>
                </a:cubicBezTo>
                <a:cubicBezTo>
                  <a:pt x="341441" y="1524000"/>
                  <a:pt x="0" y="1182559"/>
                  <a:pt x="0" y="7620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396436" y="4476750"/>
            <a:ext cx="238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Communication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Komunikim Global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Helping with Coding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Ndihma me Kodimin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56047" y="17240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62100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Write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81200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can help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computer programs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languages like Python, JavaScript, and more!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14613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e Mëdha mund të ndihmojnë 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shkruani programe kompjuterike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në gjuhë si Python, JavaScript dhe më shumë!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529013"/>
            <a:ext cx="6677025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" y="3757613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56047" y="391953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53578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4" y="0"/>
                  <a:pt x="214313" y="23999"/>
                  <a:pt x="214313" y="53578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8"/>
                </a:lnTo>
                <a:close/>
                <a:moveTo>
                  <a:pt x="300038" y="60722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3"/>
                </a:lnTo>
                <a:cubicBezTo>
                  <a:pt x="250031" y="197904"/>
                  <a:pt x="249975" y="199411"/>
                  <a:pt x="249920" y="200862"/>
                </a:cubicBezTo>
                <a:lnTo>
                  <a:pt x="296466" y="235744"/>
                </a:lnTo>
                <a:cubicBezTo>
                  <a:pt x="304335" y="241660"/>
                  <a:pt x="305953" y="252878"/>
                  <a:pt x="300038" y="260747"/>
                </a:cubicBezTo>
                <a:cubicBezTo>
                  <a:pt x="294122" y="268616"/>
                  <a:pt x="282904" y="270235"/>
                  <a:pt x="275034" y="264319"/>
                </a:cubicBezTo>
                <a:lnTo>
                  <a:pt x="239818" y="237920"/>
                </a:lnTo>
                <a:cubicBezTo>
                  <a:pt x="226870" y="262589"/>
                  <a:pt x="202704" y="280448"/>
                  <a:pt x="174129" y="284745"/>
                </a:cubicBezTo>
                <a:lnTo>
                  <a:pt x="174129" y="156270"/>
                </a:lnTo>
                <a:cubicBezTo>
                  <a:pt x="174129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9" y="262589"/>
                  <a:pt x="81651" y="237920"/>
                </a:cubicBezTo>
                <a:lnTo>
                  <a:pt x="46434" y="264319"/>
                </a:lnTo>
                <a:cubicBezTo>
                  <a:pt x="38565" y="270235"/>
                  <a:pt x="27347" y="268616"/>
                  <a:pt x="21431" y="260747"/>
                </a:cubicBezTo>
                <a:cubicBezTo>
                  <a:pt x="15515" y="252878"/>
                  <a:pt x="17134" y="241660"/>
                  <a:pt x="25003" y="235744"/>
                </a:cubicBezTo>
                <a:lnTo>
                  <a:pt x="71549" y="200862"/>
                </a:lnTo>
                <a:cubicBezTo>
                  <a:pt x="71493" y="199411"/>
                  <a:pt x="71438" y="197960"/>
                  <a:pt x="71438" y="196453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3" y="85725"/>
                </a:lnTo>
                <a:cubicBezTo>
                  <a:pt x="17134" y="79809"/>
                  <a:pt x="15515" y="68591"/>
                  <a:pt x="21431" y="60722"/>
                </a:cubicBezTo>
                <a:cubicBezTo>
                  <a:pt x="27347" y="52853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5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3"/>
                  <a:pt x="300038" y="607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57613"/>
            <a:ext cx="557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Fix Bugs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176712"/>
            <a:ext cx="55435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can </a:t>
            </a: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and fix errors</a:t>
            </a: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code, and explain programming concepts simply.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10125"/>
            <a:ext cx="5534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 mund të </a:t>
            </a:r>
            <a:r>
              <a:rPr lang="en-US" sz="12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gjejnë dhe ndreqin gabime</a:t>
            </a: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në kod dhe të shpjegojnë konceptet e programimit thjesht.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33371" y="2233613"/>
            <a:ext cx="1905000" cy="1524000"/>
          </a:xfrm>
          <a:custGeom>
            <a:avLst/>
            <a:gdLst/>
            <a:ahLst/>
            <a:cxnLst/>
            <a:rect l="l" t="t" r="r" b="b"/>
            <a:pathLst>
              <a:path w="1905000" h="1524000">
                <a:moveTo>
                  <a:pt x="190500" y="285750"/>
                </a:moveTo>
                <a:cubicBezTo>
                  <a:pt x="190500" y="180677"/>
                  <a:pt x="275927" y="95250"/>
                  <a:pt x="381000" y="95250"/>
                </a:cubicBezTo>
                <a:lnTo>
                  <a:pt x="1524000" y="95250"/>
                </a:lnTo>
                <a:cubicBezTo>
                  <a:pt x="1629073" y="95250"/>
                  <a:pt x="1714500" y="180677"/>
                  <a:pt x="1714500" y="285750"/>
                </a:cubicBezTo>
                <a:lnTo>
                  <a:pt x="1714500" y="1000125"/>
                </a:lnTo>
                <a:lnTo>
                  <a:pt x="1524000" y="1000125"/>
                </a:lnTo>
                <a:lnTo>
                  <a:pt x="1524000" y="285750"/>
                </a:lnTo>
                <a:lnTo>
                  <a:pt x="381000" y="285750"/>
                </a:lnTo>
                <a:lnTo>
                  <a:pt x="381000" y="1000125"/>
                </a:lnTo>
                <a:lnTo>
                  <a:pt x="190500" y="1000125"/>
                </a:lnTo>
                <a:lnTo>
                  <a:pt x="190500" y="285750"/>
                </a:lnTo>
                <a:close/>
                <a:moveTo>
                  <a:pt x="0" y="1200150"/>
                </a:moveTo>
                <a:cubicBezTo>
                  <a:pt x="0" y="1168598"/>
                  <a:pt x="25598" y="1143000"/>
                  <a:pt x="57150" y="1143000"/>
                </a:cubicBezTo>
                <a:lnTo>
                  <a:pt x="1847850" y="1143000"/>
                </a:lnTo>
                <a:cubicBezTo>
                  <a:pt x="1879402" y="1143000"/>
                  <a:pt x="1905000" y="1168598"/>
                  <a:pt x="1905000" y="1200150"/>
                </a:cubicBezTo>
                <a:cubicBezTo>
                  <a:pt x="1905000" y="1326356"/>
                  <a:pt x="1802606" y="1428750"/>
                  <a:pt x="1676400" y="1428750"/>
                </a:cubicBezTo>
                <a:lnTo>
                  <a:pt x="228600" y="1428750"/>
                </a:lnTo>
                <a:cubicBezTo>
                  <a:pt x="102394" y="1428750"/>
                  <a:pt x="0" y="1326356"/>
                  <a:pt x="0" y="1200150"/>
                </a:cubicBezTo>
                <a:close/>
                <a:moveTo>
                  <a:pt x="836414" y="622102"/>
                </a:moveTo>
                <a:lnTo>
                  <a:pt x="744141" y="714375"/>
                </a:lnTo>
                <a:lnTo>
                  <a:pt x="836414" y="806648"/>
                </a:lnTo>
                <a:cubicBezTo>
                  <a:pt x="864394" y="834628"/>
                  <a:pt x="864394" y="879872"/>
                  <a:pt x="836414" y="907554"/>
                </a:cubicBezTo>
                <a:cubicBezTo>
                  <a:pt x="808434" y="935236"/>
                  <a:pt x="763191" y="935534"/>
                  <a:pt x="735509" y="907554"/>
                </a:cubicBezTo>
                <a:lnTo>
                  <a:pt x="592634" y="764679"/>
                </a:lnTo>
                <a:cubicBezTo>
                  <a:pt x="564654" y="736699"/>
                  <a:pt x="564654" y="691455"/>
                  <a:pt x="592634" y="663773"/>
                </a:cubicBezTo>
                <a:lnTo>
                  <a:pt x="735509" y="520898"/>
                </a:lnTo>
                <a:cubicBezTo>
                  <a:pt x="763488" y="492919"/>
                  <a:pt x="808732" y="492919"/>
                  <a:pt x="836414" y="520898"/>
                </a:cubicBezTo>
                <a:cubicBezTo>
                  <a:pt x="864096" y="548878"/>
                  <a:pt x="864394" y="594122"/>
                  <a:pt x="836414" y="621804"/>
                </a:cubicBezTo>
                <a:close/>
                <a:moveTo>
                  <a:pt x="1169789" y="520898"/>
                </a:moveTo>
                <a:lnTo>
                  <a:pt x="1312664" y="663773"/>
                </a:lnTo>
                <a:cubicBezTo>
                  <a:pt x="1340644" y="691753"/>
                  <a:pt x="1340644" y="736997"/>
                  <a:pt x="1312664" y="764679"/>
                </a:cubicBezTo>
                <a:lnTo>
                  <a:pt x="1169789" y="907554"/>
                </a:lnTo>
                <a:cubicBezTo>
                  <a:pt x="1141809" y="935534"/>
                  <a:pt x="1096566" y="935534"/>
                  <a:pt x="1068884" y="907554"/>
                </a:cubicBezTo>
                <a:cubicBezTo>
                  <a:pt x="1041202" y="879574"/>
                  <a:pt x="1040904" y="834330"/>
                  <a:pt x="1068884" y="806648"/>
                </a:cubicBezTo>
                <a:lnTo>
                  <a:pt x="1161157" y="714375"/>
                </a:lnTo>
                <a:lnTo>
                  <a:pt x="1068884" y="622102"/>
                </a:lnTo>
                <a:cubicBezTo>
                  <a:pt x="1040904" y="594122"/>
                  <a:pt x="1040904" y="548878"/>
                  <a:pt x="1068884" y="521196"/>
                </a:cubicBezTo>
                <a:cubicBezTo>
                  <a:pt x="1096863" y="493514"/>
                  <a:pt x="1142107" y="493216"/>
                  <a:pt x="1169789" y="52119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8576221" y="3986213"/>
            <a:ext cx="201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Coding Assistant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 Kodimi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648325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485775" y="5800725"/>
            <a:ext cx="1122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 for: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People learning to code and experienced programmers!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 shkëlqyer për: Njerëzit që mësojnë të kodojnë dhe programuesit me përvojë!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Brainstorming and Problem-Solving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Brainstorming dhe Zgjidhja e Problemeve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9431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62013" y="21526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1885950"/>
            <a:ext cx="3267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Generate Ideas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26695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brainstorm creative ideas for projects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53365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Ndihmojnë të gjenerojnë ide kreative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19431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1526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9609" y="24311"/>
                </a:moveTo>
                <a:cubicBezTo>
                  <a:pt x="96909" y="29401"/>
                  <a:pt x="98651" y="39447"/>
                  <a:pt x="93561" y="46680"/>
                </a:cubicBezTo>
                <a:lnTo>
                  <a:pt x="56056" y="100258"/>
                </a:lnTo>
                <a:cubicBezTo>
                  <a:pt x="53310" y="104142"/>
                  <a:pt x="49024" y="106620"/>
                  <a:pt x="44269" y="107022"/>
                </a:cubicBezTo>
                <a:cubicBezTo>
                  <a:pt x="39514" y="107424"/>
                  <a:pt x="34826" y="105817"/>
                  <a:pt x="31477" y="102468"/>
                </a:cubicBezTo>
                <a:lnTo>
                  <a:pt x="4688" y="75679"/>
                </a:lnTo>
                <a:cubicBezTo>
                  <a:pt x="-1540" y="69384"/>
                  <a:pt x="-1540" y="59204"/>
                  <a:pt x="4688" y="52908"/>
                </a:cubicBezTo>
                <a:cubicBezTo>
                  <a:pt x="10917" y="46613"/>
                  <a:pt x="21163" y="46680"/>
                  <a:pt x="27459" y="52908"/>
                </a:cubicBezTo>
                <a:lnTo>
                  <a:pt x="40719" y="66169"/>
                </a:lnTo>
                <a:lnTo>
                  <a:pt x="67241" y="28262"/>
                </a:lnTo>
                <a:cubicBezTo>
                  <a:pt x="72330" y="20962"/>
                  <a:pt x="82376" y="19221"/>
                  <a:pt x="89609" y="24311"/>
                </a:cubicBezTo>
                <a:close/>
                <a:moveTo>
                  <a:pt x="89609" y="131467"/>
                </a:moveTo>
                <a:cubicBezTo>
                  <a:pt x="96909" y="136557"/>
                  <a:pt x="98651" y="146603"/>
                  <a:pt x="93561" y="153836"/>
                </a:cubicBezTo>
                <a:lnTo>
                  <a:pt x="56056" y="207414"/>
                </a:lnTo>
                <a:cubicBezTo>
                  <a:pt x="53310" y="211299"/>
                  <a:pt x="49024" y="213777"/>
                  <a:pt x="44269" y="214179"/>
                </a:cubicBezTo>
                <a:cubicBezTo>
                  <a:pt x="39514" y="214580"/>
                  <a:pt x="34826" y="212973"/>
                  <a:pt x="31477" y="209624"/>
                </a:cubicBezTo>
                <a:lnTo>
                  <a:pt x="4688" y="182835"/>
                </a:lnTo>
                <a:cubicBezTo>
                  <a:pt x="-1607" y="176540"/>
                  <a:pt x="-1607" y="166360"/>
                  <a:pt x="4688" y="160132"/>
                </a:cubicBezTo>
                <a:cubicBezTo>
                  <a:pt x="10984" y="153903"/>
                  <a:pt x="21163" y="153836"/>
                  <a:pt x="27392" y="160132"/>
                </a:cubicBezTo>
                <a:lnTo>
                  <a:pt x="40652" y="173392"/>
                </a:lnTo>
                <a:lnTo>
                  <a:pt x="67174" y="135486"/>
                </a:lnTo>
                <a:cubicBezTo>
                  <a:pt x="72263" y="128186"/>
                  <a:pt x="82309" y="126444"/>
                  <a:pt x="89542" y="131534"/>
                </a:cubicBezTo>
                <a:close/>
                <a:moveTo>
                  <a:pt x="150019" y="64294"/>
                </a:moveTo>
                <a:cubicBezTo>
                  <a:pt x="150019" y="52440"/>
                  <a:pt x="159596" y="42863"/>
                  <a:pt x="171450" y="42863"/>
                </a:cubicBezTo>
                <a:lnTo>
                  <a:pt x="321469" y="42863"/>
                </a:lnTo>
                <a:cubicBezTo>
                  <a:pt x="333323" y="42863"/>
                  <a:pt x="342900" y="52440"/>
                  <a:pt x="342900" y="64294"/>
                </a:cubicBezTo>
                <a:cubicBezTo>
                  <a:pt x="342900" y="76148"/>
                  <a:pt x="333323" y="85725"/>
                  <a:pt x="321469" y="85725"/>
                </a:cubicBezTo>
                <a:lnTo>
                  <a:pt x="171450" y="85725"/>
                </a:lnTo>
                <a:cubicBezTo>
                  <a:pt x="159596" y="85725"/>
                  <a:pt x="150019" y="76148"/>
                  <a:pt x="150019" y="64294"/>
                </a:cubicBezTo>
                <a:close/>
                <a:moveTo>
                  <a:pt x="150019" y="171450"/>
                </a:moveTo>
                <a:cubicBezTo>
                  <a:pt x="150019" y="159596"/>
                  <a:pt x="159596" y="150019"/>
                  <a:pt x="171450" y="150019"/>
                </a:cubicBezTo>
                <a:lnTo>
                  <a:pt x="321469" y="150019"/>
                </a:lnTo>
                <a:cubicBezTo>
                  <a:pt x="333323" y="150019"/>
                  <a:pt x="342900" y="159596"/>
                  <a:pt x="342900" y="171450"/>
                </a:cubicBezTo>
                <a:cubicBezTo>
                  <a:pt x="342900" y="183304"/>
                  <a:pt x="333323" y="192881"/>
                  <a:pt x="321469" y="192881"/>
                </a:cubicBezTo>
                <a:lnTo>
                  <a:pt x="171450" y="192881"/>
                </a:lnTo>
                <a:cubicBezTo>
                  <a:pt x="159596" y="192881"/>
                  <a:pt x="150019" y="183304"/>
                  <a:pt x="150019" y="171450"/>
                </a:cubicBezTo>
                <a:close/>
                <a:moveTo>
                  <a:pt x="107156" y="278606"/>
                </a:moveTo>
                <a:cubicBezTo>
                  <a:pt x="107156" y="266752"/>
                  <a:pt x="116733" y="257175"/>
                  <a:pt x="128588" y="257175"/>
                </a:cubicBezTo>
                <a:lnTo>
                  <a:pt x="321469" y="257175"/>
                </a:lnTo>
                <a:cubicBezTo>
                  <a:pt x="333323" y="257175"/>
                  <a:pt x="342900" y="266752"/>
                  <a:pt x="342900" y="278606"/>
                </a:cubicBezTo>
                <a:cubicBezTo>
                  <a:pt x="342900" y="290460"/>
                  <a:pt x="333323" y="300038"/>
                  <a:pt x="321469" y="300038"/>
                </a:cubicBezTo>
                <a:lnTo>
                  <a:pt x="128588" y="300038"/>
                </a:lnTo>
                <a:cubicBezTo>
                  <a:pt x="116733" y="300038"/>
                  <a:pt x="107156" y="290460"/>
                  <a:pt x="107156" y="278606"/>
                </a:cubicBezTo>
                <a:close/>
                <a:moveTo>
                  <a:pt x="42863" y="251817"/>
                </a:moveTo>
                <a:cubicBezTo>
                  <a:pt x="57648" y="251817"/>
                  <a:pt x="69652" y="263821"/>
                  <a:pt x="69652" y="278606"/>
                </a:cubicBezTo>
                <a:cubicBezTo>
                  <a:pt x="69652" y="293392"/>
                  <a:pt x="57648" y="305395"/>
                  <a:pt x="42863" y="305395"/>
                </a:cubicBezTo>
                <a:cubicBezTo>
                  <a:pt x="28077" y="305395"/>
                  <a:pt x="16073" y="293392"/>
                  <a:pt x="16073" y="278606"/>
                </a:cubicBezTo>
                <a:cubicBezTo>
                  <a:pt x="16073" y="263821"/>
                  <a:pt x="28077" y="251817"/>
                  <a:pt x="42863" y="2518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88595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Create Lists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266950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to-do lists, shopping lists, and plans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53365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Krijojnë lista detyrash dhe plane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5052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1148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150" y="4324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0019" y="0"/>
                </a:moveTo>
                <a:cubicBezTo>
                  <a:pt x="173660" y="0"/>
                  <a:pt x="192881" y="14399"/>
                  <a:pt x="192881" y="32147"/>
                </a:cubicBezTo>
                <a:cubicBezTo>
                  <a:pt x="192881" y="39112"/>
                  <a:pt x="189934" y="45541"/>
                  <a:pt x="184845" y="50832"/>
                </a:cubicBezTo>
                <a:cubicBezTo>
                  <a:pt x="180424" y="55453"/>
                  <a:pt x="176808" y="61079"/>
                  <a:pt x="176808" y="67508"/>
                </a:cubicBezTo>
                <a:cubicBezTo>
                  <a:pt x="176808" y="77554"/>
                  <a:pt x="184978" y="85725"/>
                  <a:pt x="195024" y="85725"/>
                </a:cubicBezTo>
                <a:lnTo>
                  <a:pt x="225028" y="85725"/>
                </a:lnTo>
                <a:cubicBezTo>
                  <a:pt x="242776" y="85725"/>
                  <a:pt x="257175" y="100124"/>
                  <a:pt x="257175" y="117872"/>
                </a:cubicBezTo>
                <a:lnTo>
                  <a:pt x="257175" y="147876"/>
                </a:lnTo>
                <a:cubicBezTo>
                  <a:pt x="257175" y="157922"/>
                  <a:pt x="265346" y="166092"/>
                  <a:pt x="275392" y="166092"/>
                </a:cubicBezTo>
                <a:cubicBezTo>
                  <a:pt x="281754" y="166092"/>
                  <a:pt x="287447" y="162476"/>
                  <a:pt x="292068" y="158055"/>
                </a:cubicBezTo>
                <a:cubicBezTo>
                  <a:pt x="297359" y="153033"/>
                  <a:pt x="303788" y="150019"/>
                  <a:pt x="310753" y="150019"/>
                </a:cubicBezTo>
                <a:cubicBezTo>
                  <a:pt x="328501" y="150019"/>
                  <a:pt x="342900" y="169240"/>
                  <a:pt x="342900" y="192881"/>
                </a:cubicBezTo>
                <a:cubicBezTo>
                  <a:pt x="342900" y="216523"/>
                  <a:pt x="328501" y="235744"/>
                  <a:pt x="310753" y="235744"/>
                </a:cubicBezTo>
                <a:cubicBezTo>
                  <a:pt x="303788" y="235744"/>
                  <a:pt x="297292" y="232797"/>
                  <a:pt x="292068" y="227707"/>
                </a:cubicBezTo>
                <a:cubicBezTo>
                  <a:pt x="287447" y="223287"/>
                  <a:pt x="281821" y="219670"/>
                  <a:pt x="275392" y="219670"/>
                </a:cubicBezTo>
                <a:cubicBezTo>
                  <a:pt x="265346" y="219670"/>
                  <a:pt x="257175" y="227841"/>
                  <a:pt x="257175" y="237887"/>
                </a:cubicBezTo>
                <a:lnTo>
                  <a:pt x="257175" y="310753"/>
                </a:lnTo>
                <a:cubicBezTo>
                  <a:pt x="257175" y="328501"/>
                  <a:pt x="242776" y="342900"/>
                  <a:pt x="225028" y="342900"/>
                </a:cubicBezTo>
                <a:lnTo>
                  <a:pt x="186988" y="342900"/>
                </a:lnTo>
                <a:cubicBezTo>
                  <a:pt x="178415" y="342900"/>
                  <a:pt x="171450" y="335935"/>
                  <a:pt x="171450" y="327362"/>
                </a:cubicBezTo>
                <a:cubicBezTo>
                  <a:pt x="171450" y="321201"/>
                  <a:pt x="175334" y="315776"/>
                  <a:pt x="180290" y="312093"/>
                </a:cubicBezTo>
                <a:cubicBezTo>
                  <a:pt x="188059" y="306266"/>
                  <a:pt x="192881" y="298229"/>
                  <a:pt x="192881" y="289322"/>
                </a:cubicBezTo>
                <a:cubicBezTo>
                  <a:pt x="192881" y="271574"/>
                  <a:pt x="173660" y="257175"/>
                  <a:pt x="150019" y="257175"/>
                </a:cubicBezTo>
                <a:cubicBezTo>
                  <a:pt x="126377" y="257175"/>
                  <a:pt x="107156" y="271574"/>
                  <a:pt x="107156" y="289322"/>
                </a:cubicBezTo>
                <a:cubicBezTo>
                  <a:pt x="107156" y="298229"/>
                  <a:pt x="111978" y="306266"/>
                  <a:pt x="119747" y="312093"/>
                </a:cubicBezTo>
                <a:cubicBezTo>
                  <a:pt x="124703" y="315776"/>
                  <a:pt x="128588" y="321134"/>
                  <a:pt x="128588" y="327362"/>
                </a:cubicBezTo>
                <a:cubicBezTo>
                  <a:pt x="128588" y="335935"/>
                  <a:pt x="121622" y="342900"/>
                  <a:pt x="113050" y="342900"/>
                </a:cubicBezTo>
                <a:lnTo>
                  <a:pt x="32147" y="342900"/>
                </a:lnTo>
                <a:cubicBezTo>
                  <a:pt x="14399" y="342900"/>
                  <a:pt x="0" y="328501"/>
                  <a:pt x="0" y="310753"/>
                </a:cubicBezTo>
                <a:lnTo>
                  <a:pt x="0" y="229850"/>
                </a:lnTo>
                <a:cubicBezTo>
                  <a:pt x="0" y="221278"/>
                  <a:pt x="6965" y="214313"/>
                  <a:pt x="15538" y="214313"/>
                </a:cubicBezTo>
                <a:cubicBezTo>
                  <a:pt x="21699" y="214313"/>
                  <a:pt x="27124" y="218197"/>
                  <a:pt x="30807" y="223153"/>
                </a:cubicBezTo>
                <a:cubicBezTo>
                  <a:pt x="36634" y="230922"/>
                  <a:pt x="44671" y="235744"/>
                  <a:pt x="53578" y="235744"/>
                </a:cubicBezTo>
                <a:cubicBezTo>
                  <a:pt x="71326" y="235744"/>
                  <a:pt x="85725" y="216523"/>
                  <a:pt x="85725" y="192881"/>
                </a:cubicBezTo>
                <a:cubicBezTo>
                  <a:pt x="85725" y="169240"/>
                  <a:pt x="71326" y="150019"/>
                  <a:pt x="53578" y="150019"/>
                </a:cubicBezTo>
                <a:cubicBezTo>
                  <a:pt x="44671" y="150019"/>
                  <a:pt x="36634" y="154841"/>
                  <a:pt x="30807" y="162610"/>
                </a:cubicBezTo>
                <a:cubicBezTo>
                  <a:pt x="27124" y="167566"/>
                  <a:pt x="21766" y="171450"/>
                  <a:pt x="15538" y="171450"/>
                </a:cubicBezTo>
                <a:cubicBezTo>
                  <a:pt x="6965" y="171450"/>
                  <a:pt x="0" y="164485"/>
                  <a:pt x="0" y="155912"/>
                </a:cubicBezTo>
                <a:lnTo>
                  <a:pt x="0" y="117872"/>
                </a:lnTo>
                <a:cubicBezTo>
                  <a:pt x="0" y="100124"/>
                  <a:pt x="14399" y="85725"/>
                  <a:pt x="32147" y="85725"/>
                </a:cubicBezTo>
                <a:lnTo>
                  <a:pt x="105013" y="85725"/>
                </a:lnTo>
                <a:cubicBezTo>
                  <a:pt x="115059" y="85725"/>
                  <a:pt x="123230" y="77554"/>
                  <a:pt x="123230" y="67508"/>
                </a:cubicBezTo>
                <a:cubicBezTo>
                  <a:pt x="123230" y="61146"/>
                  <a:pt x="119613" y="55453"/>
                  <a:pt x="115193" y="50832"/>
                </a:cubicBezTo>
                <a:cubicBezTo>
                  <a:pt x="110170" y="45541"/>
                  <a:pt x="107156" y="39112"/>
                  <a:pt x="107156" y="32147"/>
                </a:cubicBezTo>
                <a:cubicBezTo>
                  <a:pt x="107156" y="14399"/>
                  <a:pt x="126377" y="0"/>
                  <a:pt x="15001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0576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Solve Problems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438650"/>
            <a:ext cx="3629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think through challenges and find solutions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470535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Ndihmojnë të mendoni për sfidat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5052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1148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50831" y="43243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85725" y="0"/>
                </a:moveTo>
                <a:cubicBezTo>
                  <a:pt x="97579" y="0"/>
                  <a:pt x="107156" y="9577"/>
                  <a:pt x="107156" y="21431"/>
                </a:cubicBezTo>
                <a:lnTo>
                  <a:pt x="107156" y="42863"/>
                </a:lnTo>
                <a:lnTo>
                  <a:pt x="192881" y="42863"/>
                </a:lnTo>
                <a:lnTo>
                  <a:pt x="192881" y="21431"/>
                </a:lnTo>
                <a:cubicBezTo>
                  <a:pt x="192881" y="9577"/>
                  <a:pt x="202458" y="0"/>
                  <a:pt x="214313" y="0"/>
                </a:cubicBezTo>
                <a:cubicBezTo>
                  <a:pt x="226167" y="0"/>
                  <a:pt x="235744" y="9577"/>
                  <a:pt x="235744" y="21431"/>
                </a:cubicBezTo>
                <a:lnTo>
                  <a:pt x="235744" y="42863"/>
                </a:lnTo>
                <a:lnTo>
                  <a:pt x="257175" y="42863"/>
                </a:lnTo>
                <a:cubicBezTo>
                  <a:pt x="280816" y="42863"/>
                  <a:pt x="300038" y="62084"/>
                  <a:pt x="300038" y="85725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85725"/>
                </a:lnTo>
                <a:cubicBezTo>
                  <a:pt x="0" y="62084"/>
                  <a:pt x="19221" y="42863"/>
                  <a:pt x="42863" y="42863"/>
                </a:cubicBezTo>
                <a:lnTo>
                  <a:pt x="64294" y="42863"/>
                </a:lnTo>
                <a:lnTo>
                  <a:pt x="64294" y="21431"/>
                </a:lnTo>
                <a:cubicBezTo>
                  <a:pt x="64294" y="9577"/>
                  <a:pt x="73871" y="0"/>
                  <a:pt x="85725" y="0"/>
                </a:cubicBezTo>
                <a:close/>
                <a:moveTo>
                  <a:pt x="42863" y="160734"/>
                </a:moveTo>
                <a:lnTo>
                  <a:pt x="42863" y="182166"/>
                </a:lnTo>
                <a:cubicBezTo>
                  <a:pt x="42863" y="188059"/>
                  <a:pt x="47685" y="192881"/>
                  <a:pt x="53578" y="192881"/>
                </a:cubicBezTo>
                <a:lnTo>
                  <a:pt x="75009" y="192881"/>
                </a:lnTo>
                <a:cubicBezTo>
                  <a:pt x="80903" y="192881"/>
                  <a:pt x="85725" y="188059"/>
                  <a:pt x="85725" y="182166"/>
                </a:cubicBezTo>
                <a:lnTo>
                  <a:pt x="85725" y="160734"/>
                </a:lnTo>
                <a:cubicBezTo>
                  <a:pt x="85725" y="154841"/>
                  <a:pt x="80903" y="150019"/>
                  <a:pt x="75009" y="150019"/>
                </a:cubicBezTo>
                <a:lnTo>
                  <a:pt x="53578" y="150019"/>
                </a:lnTo>
                <a:cubicBezTo>
                  <a:pt x="47685" y="150019"/>
                  <a:pt x="42863" y="154841"/>
                  <a:pt x="42863" y="160734"/>
                </a:cubicBezTo>
                <a:close/>
                <a:moveTo>
                  <a:pt x="128588" y="160734"/>
                </a:moveTo>
                <a:lnTo>
                  <a:pt x="128588" y="182166"/>
                </a:lnTo>
                <a:cubicBezTo>
                  <a:pt x="128588" y="188059"/>
                  <a:pt x="133410" y="192881"/>
                  <a:pt x="139303" y="192881"/>
                </a:cubicBezTo>
                <a:lnTo>
                  <a:pt x="160734" y="192881"/>
                </a:lnTo>
                <a:cubicBezTo>
                  <a:pt x="166628" y="192881"/>
                  <a:pt x="171450" y="188059"/>
                  <a:pt x="171450" y="182166"/>
                </a:cubicBezTo>
                <a:lnTo>
                  <a:pt x="171450" y="160734"/>
                </a:lnTo>
                <a:cubicBezTo>
                  <a:pt x="171450" y="154841"/>
                  <a:pt x="166628" y="150019"/>
                  <a:pt x="160734" y="150019"/>
                </a:cubicBezTo>
                <a:lnTo>
                  <a:pt x="139303" y="150019"/>
                </a:lnTo>
                <a:cubicBezTo>
                  <a:pt x="133410" y="150019"/>
                  <a:pt x="128588" y="154841"/>
                  <a:pt x="128588" y="160734"/>
                </a:cubicBezTo>
                <a:close/>
                <a:moveTo>
                  <a:pt x="225028" y="150019"/>
                </a:moveTo>
                <a:cubicBezTo>
                  <a:pt x="219135" y="150019"/>
                  <a:pt x="214313" y="154841"/>
                  <a:pt x="214313" y="160734"/>
                </a:cubicBezTo>
                <a:lnTo>
                  <a:pt x="214313" y="182166"/>
                </a:lnTo>
                <a:cubicBezTo>
                  <a:pt x="214313" y="188059"/>
                  <a:pt x="219135" y="192881"/>
                  <a:pt x="225028" y="192881"/>
                </a:cubicBezTo>
                <a:lnTo>
                  <a:pt x="246459" y="192881"/>
                </a:lnTo>
                <a:cubicBezTo>
                  <a:pt x="252353" y="192881"/>
                  <a:pt x="257175" y="188059"/>
                  <a:pt x="257175" y="182166"/>
                </a:cubicBezTo>
                <a:lnTo>
                  <a:pt x="257175" y="160734"/>
                </a:lnTo>
                <a:cubicBezTo>
                  <a:pt x="257175" y="154841"/>
                  <a:pt x="252353" y="150019"/>
                  <a:pt x="246459" y="150019"/>
                </a:cubicBezTo>
                <a:lnTo>
                  <a:pt x="225028" y="150019"/>
                </a:lnTo>
                <a:close/>
                <a:moveTo>
                  <a:pt x="42863" y="246459"/>
                </a:move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75009" y="278606"/>
                </a:lnTo>
                <a:cubicBezTo>
                  <a:pt x="80903" y="278606"/>
                  <a:pt x="85725" y="273784"/>
                  <a:pt x="85725" y="267891"/>
                </a:cubicBezTo>
                <a:lnTo>
                  <a:pt x="85725" y="246459"/>
                </a:lnTo>
                <a:cubicBezTo>
                  <a:pt x="85725" y="240566"/>
                  <a:pt x="80903" y="235744"/>
                  <a:pt x="75009" y="235744"/>
                </a:cubicBezTo>
                <a:lnTo>
                  <a:pt x="53578" y="235744"/>
                </a:lnTo>
                <a:cubicBezTo>
                  <a:pt x="47685" y="235744"/>
                  <a:pt x="42863" y="240566"/>
                  <a:pt x="42863" y="246459"/>
                </a:cubicBezTo>
                <a:close/>
                <a:moveTo>
                  <a:pt x="139303" y="235744"/>
                </a:moveTo>
                <a:cubicBezTo>
                  <a:pt x="133410" y="235744"/>
                  <a:pt x="128588" y="240566"/>
                  <a:pt x="128588" y="246459"/>
                </a:cubicBezTo>
                <a:lnTo>
                  <a:pt x="128588" y="267891"/>
                </a:lnTo>
                <a:cubicBezTo>
                  <a:pt x="128588" y="273784"/>
                  <a:pt x="133410" y="278606"/>
                  <a:pt x="139303" y="278606"/>
                </a:cubicBezTo>
                <a:lnTo>
                  <a:pt x="160734" y="278606"/>
                </a:lnTo>
                <a:cubicBezTo>
                  <a:pt x="166628" y="278606"/>
                  <a:pt x="171450" y="273784"/>
                  <a:pt x="171450" y="267891"/>
                </a:cubicBezTo>
                <a:lnTo>
                  <a:pt x="171450" y="246459"/>
                </a:lnTo>
                <a:cubicBezTo>
                  <a:pt x="171450" y="240566"/>
                  <a:pt x="166628" y="235744"/>
                  <a:pt x="160734" y="235744"/>
                </a:cubicBezTo>
                <a:lnTo>
                  <a:pt x="139303" y="235744"/>
                </a:lnTo>
                <a:close/>
                <a:moveTo>
                  <a:pt x="214313" y="246459"/>
                </a:moveTo>
                <a:lnTo>
                  <a:pt x="214313" y="267891"/>
                </a:lnTo>
                <a:cubicBezTo>
                  <a:pt x="214313" y="273784"/>
                  <a:pt x="219135" y="278606"/>
                  <a:pt x="225028" y="278606"/>
                </a:cubicBezTo>
                <a:lnTo>
                  <a:pt x="246459" y="278606"/>
                </a:lnTo>
                <a:cubicBezTo>
                  <a:pt x="252353" y="278606"/>
                  <a:pt x="257175" y="273784"/>
                  <a:pt x="257175" y="267891"/>
                </a:cubicBezTo>
                <a:lnTo>
                  <a:pt x="257175" y="246459"/>
                </a:lnTo>
                <a:cubicBezTo>
                  <a:pt x="257175" y="240566"/>
                  <a:pt x="252353" y="235744"/>
                  <a:pt x="246459" y="235744"/>
                </a:cubicBezTo>
                <a:lnTo>
                  <a:pt x="225028" y="235744"/>
                </a:lnTo>
                <a:cubicBezTo>
                  <a:pt x="219135" y="235744"/>
                  <a:pt x="214313" y="240566"/>
                  <a:pt x="214313" y="2464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05765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Plan Events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43865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plan parties, trips, and meetings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7053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Ndihmojnë të planifikoni festa dhe udhëtime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638800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5791200"/>
            <a:ext cx="1122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used as: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collaborative partner, not a replacement for human thinking!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Përdoret më mirë si: një partner bashkëpunues, jo zëvendësim për mendimin njerëzor!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29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752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8F5F2"/>
          </a:solidFill>
          <a:ln/>
        </p:spPr>
      </p:sp>
      <p:sp>
        <p:nvSpPr>
          <p:cNvPr id="3" name="Text 1"/>
          <p:cNvSpPr/>
          <p:nvPr/>
        </p:nvSpPr>
        <p:spPr>
          <a:xfrm>
            <a:off x="5707410" y="1981200"/>
            <a:ext cx="78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2957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91445" y="3124200"/>
            <a:ext cx="621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Using LLMs in Daily Life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23257" y="3848100"/>
            <a:ext cx="6743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Përdorimi i Modeleve të Mëdha në Jetën e Përditshme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62525" y="464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838825" y="464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76081"/>
                </a:moveTo>
                <a:lnTo>
                  <a:pt x="135999" y="191810"/>
                </a:lnTo>
                <a:cubicBezTo>
                  <a:pt x="131891" y="196364"/>
                  <a:pt x="132070" y="203418"/>
                  <a:pt x="136446" y="207794"/>
                </a:cubicBezTo>
                <a:cubicBezTo>
                  <a:pt x="163681" y="235029"/>
                  <a:pt x="207883" y="235029"/>
                  <a:pt x="235119" y="207794"/>
                </a:cubicBezTo>
                <a:lnTo>
                  <a:pt x="263515" y="179397"/>
                </a:lnTo>
                <a:cubicBezTo>
                  <a:pt x="267266" y="175647"/>
                  <a:pt x="271998" y="173593"/>
                  <a:pt x="276820" y="173236"/>
                </a:cubicBezTo>
                <a:cubicBezTo>
                  <a:pt x="282893" y="172700"/>
                  <a:pt x="289143" y="174754"/>
                  <a:pt x="293787" y="179397"/>
                </a:cubicBezTo>
                <a:lnTo>
                  <a:pt x="451485" y="335756"/>
                </a:lnTo>
                <a:lnTo>
                  <a:pt x="514350" y="285750"/>
                </a:lnTo>
                <a:lnTo>
                  <a:pt x="514350" y="28575"/>
                </a:lnTo>
                <a:lnTo>
                  <a:pt x="414338" y="85725"/>
                </a:lnTo>
                <a:lnTo>
                  <a:pt x="393085" y="71527"/>
                </a:lnTo>
                <a:cubicBezTo>
                  <a:pt x="378976" y="62151"/>
                  <a:pt x="362456" y="57150"/>
                  <a:pt x="345490" y="57150"/>
                </a:cubicBezTo>
                <a:lnTo>
                  <a:pt x="282625" y="57150"/>
                </a:lnTo>
                <a:cubicBezTo>
                  <a:pt x="281642" y="57150"/>
                  <a:pt x="280571" y="57150"/>
                  <a:pt x="279589" y="57239"/>
                </a:cubicBezTo>
                <a:cubicBezTo>
                  <a:pt x="264497" y="58043"/>
                  <a:pt x="250299" y="64830"/>
                  <a:pt x="240119" y="76081"/>
                </a:cubicBezTo>
                <a:close/>
                <a:moveTo>
                  <a:pt x="104120" y="163145"/>
                </a:moveTo>
                <a:lnTo>
                  <a:pt x="199489" y="57150"/>
                </a:lnTo>
                <a:lnTo>
                  <a:pt x="164128" y="57150"/>
                </a:lnTo>
                <a:cubicBezTo>
                  <a:pt x="141357" y="57150"/>
                  <a:pt x="119569" y="66169"/>
                  <a:pt x="103495" y="82242"/>
                </a:cubicBezTo>
                <a:lnTo>
                  <a:pt x="100013" y="85725"/>
                </a:lnTo>
                <a:lnTo>
                  <a:pt x="0" y="28575"/>
                </a:lnTo>
                <a:lnTo>
                  <a:pt x="0" y="285750"/>
                </a:lnTo>
                <a:lnTo>
                  <a:pt x="139660" y="402104"/>
                </a:lnTo>
                <a:cubicBezTo>
                  <a:pt x="160199" y="419249"/>
                  <a:pt x="186095" y="428625"/>
                  <a:pt x="212794" y="428625"/>
                </a:cubicBezTo>
                <a:lnTo>
                  <a:pt x="226814" y="428625"/>
                </a:lnTo>
                <a:lnTo>
                  <a:pt x="220563" y="422374"/>
                </a:lnTo>
                <a:cubicBezTo>
                  <a:pt x="212169" y="413980"/>
                  <a:pt x="212169" y="400407"/>
                  <a:pt x="220563" y="392103"/>
                </a:cubicBezTo>
                <a:cubicBezTo>
                  <a:pt x="228957" y="383798"/>
                  <a:pt x="242530" y="383709"/>
                  <a:pt x="250835" y="392103"/>
                </a:cubicBezTo>
                <a:lnTo>
                  <a:pt x="287447" y="428714"/>
                </a:lnTo>
                <a:lnTo>
                  <a:pt x="295483" y="428714"/>
                </a:lnTo>
                <a:cubicBezTo>
                  <a:pt x="312539" y="428714"/>
                  <a:pt x="329238" y="424875"/>
                  <a:pt x="344418" y="417731"/>
                </a:cubicBezTo>
                <a:lnTo>
                  <a:pt x="320576" y="393799"/>
                </a:lnTo>
                <a:cubicBezTo>
                  <a:pt x="312182" y="385405"/>
                  <a:pt x="312182" y="371832"/>
                  <a:pt x="320576" y="363528"/>
                </a:cubicBezTo>
                <a:cubicBezTo>
                  <a:pt x="328970" y="355223"/>
                  <a:pt x="342543" y="355134"/>
                  <a:pt x="350847" y="363528"/>
                </a:cubicBezTo>
                <a:lnTo>
                  <a:pt x="379422" y="392103"/>
                </a:lnTo>
                <a:lnTo>
                  <a:pt x="395049" y="376476"/>
                </a:lnTo>
                <a:cubicBezTo>
                  <a:pt x="402997" y="368528"/>
                  <a:pt x="405319" y="357009"/>
                  <a:pt x="401836" y="346918"/>
                </a:cubicBezTo>
                <a:lnTo>
                  <a:pt x="278696" y="224760"/>
                </a:lnTo>
                <a:lnTo>
                  <a:pt x="265390" y="238065"/>
                </a:lnTo>
                <a:cubicBezTo>
                  <a:pt x="221367" y="282089"/>
                  <a:pt x="150108" y="282089"/>
                  <a:pt x="106085" y="238065"/>
                </a:cubicBezTo>
                <a:cubicBezTo>
                  <a:pt x="85546" y="217527"/>
                  <a:pt x="84743" y="184577"/>
                  <a:pt x="104120" y="16305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Shape 6"/>
          <p:cNvSpPr/>
          <p:nvPr/>
        </p:nvSpPr>
        <p:spPr>
          <a:xfrm>
            <a:off x="67437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to Talk to an LLM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të Flisni me një Model të Madh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764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2286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21469"/>
                </a:moveTo>
                <a:cubicBezTo>
                  <a:pt x="266149" y="321469"/>
                  <a:pt x="342900" y="249473"/>
                  <a:pt x="342900" y="160734"/>
                </a:cubicBezTo>
                <a:cubicBezTo>
                  <a:pt x="342900" y="71996"/>
                  <a:pt x="266149" y="0"/>
                  <a:pt x="171450" y="0"/>
                </a:cubicBezTo>
                <a:cubicBezTo>
                  <a:pt x="76751" y="0"/>
                  <a:pt x="0" y="71996"/>
                  <a:pt x="0" y="160734"/>
                </a:cubicBezTo>
                <a:cubicBezTo>
                  <a:pt x="0" y="197101"/>
                  <a:pt x="12859" y="230587"/>
                  <a:pt x="34558" y="257510"/>
                </a:cubicBezTo>
                <a:lnTo>
                  <a:pt x="1875" y="319326"/>
                </a:lnTo>
                <a:cubicBezTo>
                  <a:pt x="-1339" y="325353"/>
                  <a:pt x="-335" y="332720"/>
                  <a:pt x="4286" y="337743"/>
                </a:cubicBezTo>
                <a:cubicBezTo>
                  <a:pt x="8907" y="342766"/>
                  <a:pt x="16207" y="344306"/>
                  <a:pt x="22436" y="341628"/>
                </a:cubicBezTo>
                <a:lnTo>
                  <a:pt x="101731" y="307672"/>
                </a:lnTo>
                <a:cubicBezTo>
                  <a:pt x="123029" y="316513"/>
                  <a:pt x="146603" y="321469"/>
                  <a:pt x="171450" y="321469"/>
                </a:cubicBezTo>
                <a:close/>
                <a:moveTo>
                  <a:pt x="85725" y="139303"/>
                </a:moveTo>
                <a:cubicBezTo>
                  <a:pt x="97553" y="139303"/>
                  <a:pt x="107156" y="148906"/>
                  <a:pt x="107156" y="160734"/>
                </a:cubicBezTo>
                <a:cubicBezTo>
                  <a:pt x="107156" y="172563"/>
                  <a:pt x="97553" y="182166"/>
                  <a:pt x="85725" y="182166"/>
                </a:cubicBezTo>
                <a:cubicBezTo>
                  <a:pt x="73897" y="182166"/>
                  <a:pt x="64294" y="172563"/>
                  <a:pt x="64294" y="160734"/>
                </a:cubicBezTo>
                <a:cubicBezTo>
                  <a:pt x="64294" y="148906"/>
                  <a:pt x="73897" y="139303"/>
                  <a:pt x="85725" y="139303"/>
                </a:cubicBezTo>
                <a:close/>
                <a:moveTo>
                  <a:pt x="171450" y="139303"/>
                </a:moveTo>
                <a:cubicBezTo>
                  <a:pt x="183278" y="139303"/>
                  <a:pt x="192881" y="148906"/>
                  <a:pt x="192881" y="160734"/>
                </a:cubicBezTo>
                <a:cubicBezTo>
                  <a:pt x="192881" y="172563"/>
                  <a:pt x="183278" y="182166"/>
                  <a:pt x="171450" y="182166"/>
                </a:cubicBezTo>
                <a:cubicBezTo>
                  <a:pt x="159622" y="182166"/>
                  <a:pt x="150019" y="172563"/>
                  <a:pt x="150019" y="160734"/>
                </a:cubicBezTo>
                <a:cubicBezTo>
                  <a:pt x="150019" y="148906"/>
                  <a:pt x="159622" y="139303"/>
                  <a:pt x="171450" y="139303"/>
                </a:cubicBezTo>
                <a:close/>
                <a:moveTo>
                  <a:pt x="235744" y="160734"/>
                </a:moveTo>
                <a:cubicBezTo>
                  <a:pt x="235744" y="148906"/>
                  <a:pt x="245347" y="139303"/>
                  <a:pt x="257175" y="139303"/>
                </a:cubicBezTo>
                <a:cubicBezTo>
                  <a:pt x="269003" y="139303"/>
                  <a:pt x="278606" y="148906"/>
                  <a:pt x="278606" y="160734"/>
                </a:cubicBezTo>
                <a:cubicBezTo>
                  <a:pt x="278606" y="172563"/>
                  <a:pt x="269003" y="182166"/>
                  <a:pt x="257175" y="182166"/>
                </a:cubicBezTo>
                <a:cubicBezTo>
                  <a:pt x="245347" y="182166"/>
                  <a:pt x="235744" y="172563"/>
                  <a:pt x="235744" y="1607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2019300"/>
            <a:ext cx="3590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 Clear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400300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 specific, clear questions for better answers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667000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Pyetni pyetje specifike dhe të qarta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20764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286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150019" y="107156"/>
                </a:moveTo>
                <a:cubicBezTo>
                  <a:pt x="150019" y="95328"/>
                  <a:pt x="159622" y="85725"/>
                  <a:pt x="171450" y="85725"/>
                </a:cubicBezTo>
                <a:cubicBezTo>
                  <a:pt x="183278" y="85725"/>
                  <a:pt x="192881" y="95328"/>
                  <a:pt x="192881" y="107156"/>
                </a:cubicBezTo>
                <a:cubicBezTo>
                  <a:pt x="192881" y="118984"/>
                  <a:pt x="183278" y="128588"/>
                  <a:pt x="171450" y="128588"/>
                </a:cubicBezTo>
                <a:cubicBezTo>
                  <a:pt x="159622" y="128588"/>
                  <a:pt x="150019" y="118984"/>
                  <a:pt x="150019" y="107156"/>
                </a:cubicBezTo>
                <a:close/>
                <a:moveTo>
                  <a:pt x="144661" y="150019"/>
                </a:moveTo>
                <a:lnTo>
                  <a:pt x="176808" y="150019"/>
                </a:lnTo>
                <a:cubicBezTo>
                  <a:pt x="185715" y="150019"/>
                  <a:pt x="192881" y="157185"/>
                  <a:pt x="192881" y="166092"/>
                </a:cubicBezTo>
                <a:lnTo>
                  <a:pt x="192881" y="225028"/>
                </a:lnTo>
                <a:lnTo>
                  <a:pt x="198239" y="225028"/>
                </a:lnTo>
                <a:cubicBezTo>
                  <a:pt x="207146" y="225028"/>
                  <a:pt x="214313" y="232194"/>
                  <a:pt x="214313" y="241102"/>
                </a:cubicBezTo>
                <a:cubicBezTo>
                  <a:pt x="214313" y="250009"/>
                  <a:pt x="207146" y="257175"/>
                  <a:pt x="198239" y="257175"/>
                </a:cubicBezTo>
                <a:lnTo>
                  <a:pt x="144661" y="257175"/>
                </a:lnTo>
                <a:cubicBezTo>
                  <a:pt x="135754" y="257175"/>
                  <a:pt x="128588" y="250009"/>
                  <a:pt x="128588" y="241102"/>
                </a:cubicBezTo>
                <a:cubicBezTo>
                  <a:pt x="128588" y="232194"/>
                  <a:pt x="135754" y="225028"/>
                  <a:pt x="144661" y="225028"/>
                </a:cubicBezTo>
                <a:lnTo>
                  <a:pt x="160734" y="225028"/>
                </a:lnTo>
                <a:lnTo>
                  <a:pt x="160734" y="182166"/>
                </a:lnTo>
                <a:lnTo>
                  <a:pt x="144661" y="182166"/>
                </a:lnTo>
                <a:cubicBezTo>
                  <a:pt x="135754" y="182166"/>
                  <a:pt x="128588" y="175000"/>
                  <a:pt x="128588" y="166092"/>
                </a:cubicBezTo>
                <a:cubicBezTo>
                  <a:pt x="128588" y="157185"/>
                  <a:pt x="135754" y="150019"/>
                  <a:pt x="144661" y="1500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885950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Give 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266950"/>
            <a:ext cx="4295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background information to help the LLM understand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8003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Jepni informacion konteksti për të ndihmuar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7719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3815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150" y="45910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92470" y="50029"/>
                </a:moveTo>
                <a:lnTo>
                  <a:pt x="300038" y="57195"/>
                </a:lnTo>
                <a:lnTo>
                  <a:pt x="300038" y="21431"/>
                </a:lnTo>
                <a:cubicBezTo>
                  <a:pt x="300038" y="9577"/>
                  <a:pt x="309615" y="0"/>
                  <a:pt x="321469" y="0"/>
                </a:cubicBezTo>
                <a:cubicBezTo>
                  <a:pt x="333323" y="0"/>
                  <a:pt x="342900" y="9577"/>
                  <a:pt x="342900" y="21431"/>
                </a:cubicBezTo>
                <a:lnTo>
                  <a:pt x="342900" y="107156"/>
                </a:lnTo>
                <a:cubicBezTo>
                  <a:pt x="342900" y="119010"/>
                  <a:pt x="333323" y="128588"/>
                  <a:pt x="321469" y="128588"/>
                </a:cubicBezTo>
                <a:lnTo>
                  <a:pt x="235744" y="128588"/>
                </a:lnTo>
                <a:cubicBezTo>
                  <a:pt x="223890" y="128588"/>
                  <a:pt x="214313" y="119010"/>
                  <a:pt x="214313" y="107156"/>
                </a:cubicBezTo>
                <a:cubicBezTo>
                  <a:pt x="214313" y="95302"/>
                  <a:pt x="223890" y="85725"/>
                  <a:pt x="235744" y="85725"/>
                </a:cubicBezTo>
                <a:lnTo>
                  <a:pt x="267824" y="85725"/>
                </a:lnTo>
                <a:lnTo>
                  <a:pt x="262734" y="80903"/>
                </a:lnTo>
                <a:cubicBezTo>
                  <a:pt x="262600" y="80769"/>
                  <a:pt x="262466" y="80635"/>
                  <a:pt x="262332" y="80501"/>
                </a:cubicBezTo>
                <a:cubicBezTo>
                  <a:pt x="212102" y="30272"/>
                  <a:pt x="130731" y="30272"/>
                  <a:pt x="80501" y="80501"/>
                </a:cubicBezTo>
                <a:cubicBezTo>
                  <a:pt x="30272" y="130731"/>
                  <a:pt x="30272" y="212102"/>
                  <a:pt x="80501" y="262332"/>
                </a:cubicBezTo>
                <a:cubicBezTo>
                  <a:pt x="130731" y="312561"/>
                  <a:pt x="212102" y="312561"/>
                  <a:pt x="262332" y="262332"/>
                </a:cubicBezTo>
                <a:cubicBezTo>
                  <a:pt x="267824" y="256840"/>
                  <a:pt x="272713" y="251014"/>
                  <a:pt x="276999" y="244852"/>
                </a:cubicBezTo>
                <a:cubicBezTo>
                  <a:pt x="283763" y="235141"/>
                  <a:pt x="297158" y="232797"/>
                  <a:pt x="306869" y="239561"/>
                </a:cubicBezTo>
                <a:cubicBezTo>
                  <a:pt x="316580" y="246325"/>
                  <a:pt x="318924" y="259720"/>
                  <a:pt x="312160" y="269431"/>
                </a:cubicBezTo>
                <a:cubicBezTo>
                  <a:pt x="306467" y="277602"/>
                  <a:pt x="299971" y="285370"/>
                  <a:pt x="292671" y="292671"/>
                </a:cubicBezTo>
                <a:cubicBezTo>
                  <a:pt x="225698" y="359643"/>
                  <a:pt x="117135" y="359643"/>
                  <a:pt x="50229" y="292671"/>
                </a:cubicBezTo>
                <a:cubicBezTo>
                  <a:pt x="-16676" y="225698"/>
                  <a:pt x="-16743" y="117202"/>
                  <a:pt x="50229" y="50229"/>
                </a:cubicBezTo>
                <a:cubicBezTo>
                  <a:pt x="117135" y="-16676"/>
                  <a:pt x="225497" y="-16743"/>
                  <a:pt x="292470" y="500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324350"/>
            <a:ext cx="3781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Ask Again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70535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the answer isn't perfect, rephrase your question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4972050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Nëse përgjigja nuk është perfekte, riformuloni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7719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3815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45910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32435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 Polite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705350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 it like a helpful assistant - be friendly!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97205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Trajtojeni si një asistent të dobishëm - jini miqësor!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905500"/>
            <a:ext cx="11430000" cy="5715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6057900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it like: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Talking to a very smart, helpful friend!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Mendojeni si: të flisni me një shok shumë të zgjuar dhe të dobishëm!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When to Use LLMs (and When Not To)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Kur të Përdorni Modelet (dhe Kur Jo)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5626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7739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169545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7C59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Good Uses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241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765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Writing help and editing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7432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Ndihmë shkrimi dhe redaktimi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2385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3909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Learning new topics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657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Mësim temash të reja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41529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3053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Brainstorming ideas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5720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Brainstorming ideash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50673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2197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Translating languages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4864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Përkthim gjuhësh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8400" y="1333500"/>
            <a:ext cx="55626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7000" y="1562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6413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00900" y="169545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957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Not Good For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23241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24765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Medical advice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7432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Këshilla mjekësore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77000" y="32385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33909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Legal advice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3657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Këshilla ligjore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77000" y="41529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43053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Critical decisions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45720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Vendime kritike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7000" y="5067300"/>
            <a:ext cx="5105400" cy="800100"/>
          </a:xfrm>
          <a:prstGeom prst="roundRect">
            <a:avLst>
              <a:gd name="adj" fmla="val 14286"/>
            </a:avLst>
          </a:prstGeom>
          <a:solidFill>
            <a:srgbClr val="E29578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52197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Without verification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9400" y="54864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 verifikim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Important Things to Remember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Gjëra të Rëndësishme për t'u Kujtuar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002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2209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81295" y="0"/>
                  <a:pt x="190336" y="5425"/>
                  <a:pt x="195024" y="14064"/>
                </a:cubicBezTo>
                <a:lnTo>
                  <a:pt x="339685" y="281955"/>
                </a:lnTo>
                <a:cubicBezTo>
                  <a:pt x="344172" y="290259"/>
                  <a:pt x="343972" y="300305"/>
                  <a:pt x="339150" y="308409"/>
                </a:cubicBezTo>
                <a:cubicBezTo>
                  <a:pt x="334328" y="316513"/>
                  <a:pt x="325554" y="321469"/>
                  <a:pt x="316111" y="321469"/>
                </a:cubicBezTo>
                <a:lnTo>
                  <a:pt x="26789" y="321469"/>
                </a:lnTo>
                <a:cubicBezTo>
                  <a:pt x="17346" y="321469"/>
                  <a:pt x="8639" y="316513"/>
                  <a:pt x="3750" y="308409"/>
                </a:cubicBezTo>
                <a:cubicBezTo>
                  <a:pt x="-1139" y="300305"/>
                  <a:pt x="-1272" y="290259"/>
                  <a:pt x="3215" y="281955"/>
                </a:cubicBezTo>
                <a:lnTo>
                  <a:pt x="147876" y="14064"/>
                </a:lnTo>
                <a:cubicBezTo>
                  <a:pt x="152564" y="5425"/>
                  <a:pt x="161605" y="0"/>
                  <a:pt x="171450" y="0"/>
                </a:cubicBezTo>
                <a:close/>
                <a:moveTo>
                  <a:pt x="171450" y="112514"/>
                </a:moveTo>
                <a:cubicBezTo>
                  <a:pt x="162543" y="112514"/>
                  <a:pt x="155377" y="119680"/>
                  <a:pt x="155377" y="128588"/>
                </a:cubicBezTo>
                <a:lnTo>
                  <a:pt x="155377" y="203597"/>
                </a:lnTo>
                <a:cubicBezTo>
                  <a:pt x="155377" y="212504"/>
                  <a:pt x="162543" y="219670"/>
                  <a:pt x="171450" y="219670"/>
                </a:cubicBezTo>
                <a:cubicBezTo>
                  <a:pt x="180357" y="219670"/>
                  <a:pt x="187523" y="212504"/>
                  <a:pt x="187523" y="203597"/>
                </a:cubicBezTo>
                <a:lnTo>
                  <a:pt x="187523" y="128588"/>
                </a:lnTo>
                <a:cubicBezTo>
                  <a:pt x="187523" y="119680"/>
                  <a:pt x="180357" y="112514"/>
                  <a:pt x="171450" y="112514"/>
                </a:cubicBezTo>
                <a:close/>
                <a:moveTo>
                  <a:pt x="189332" y="257175"/>
                </a:moveTo>
                <a:cubicBezTo>
                  <a:pt x="189738" y="250538"/>
                  <a:pt x="186428" y="244223"/>
                  <a:pt x="180738" y="240781"/>
                </a:cubicBezTo>
                <a:cubicBezTo>
                  <a:pt x="175048" y="237339"/>
                  <a:pt x="167919" y="237339"/>
                  <a:pt x="162229" y="240781"/>
                </a:cubicBezTo>
                <a:cubicBezTo>
                  <a:pt x="156539" y="244223"/>
                  <a:pt x="153228" y="250538"/>
                  <a:pt x="153635" y="257175"/>
                </a:cubicBezTo>
                <a:cubicBezTo>
                  <a:pt x="153228" y="263812"/>
                  <a:pt x="156539" y="270127"/>
                  <a:pt x="162229" y="273569"/>
                </a:cubicBezTo>
                <a:cubicBezTo>
                  <a:pt x="167919" y="277011"/>
                  <a:pt x="175048" y="277011"/>
                  <a:pt x="180738" y="273569"/>
                </a:cubicBezTo>
                <a:cubicBezTo>
                  <a:pt x="186428" y="270127"/>
                  <a:pt x="189738" y="263812"/>
                  <a:pt x="189332" y="2571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1828800"/>
            <a:ext cx="4324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Can Make Mistakes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209800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are not perfect - they can give wrong information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476500"/>
            <a:ext cx="428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Modelet nuk janë perfekte - mund të japin informacion të gabuar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20002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209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943100"/>
            <a:ext cx="3676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Not Real-Time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324100"/>
            <a:ext cx="364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don't know today's news or current events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590800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Nuk dinë lajmet e sotme ose ngjarjet aktuale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619500"/>
            <a:ext cx="56197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1719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719" y="43815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50019" y="166092"/>
                </a:moveTo>
                <a:cubicBezTo>
                  <a:pt x="194375" y="166092"/>
                  <a:pt x="230386" y="130081"/>
                  <a:pt x="230386" y="85725"/>
                </a:cubicBezTo>
                <a:cubicBezTo>
                  <a:pt x="230386" y="41369"/>
                  <a:pt x="194375" y="5358"/>
                  <a:pt x="150019" y="5358"/>
                </a:cubicBezTo>
                <a:cubicBezTo>
                  <a:pt x="105663" y="5358"/>
                  <a:pt x="69652" y="41369"/>
                  <a:pt x="69652" y="85725"/>
                </a:cubicBezTo>
                <a:cubicBezTo>
                  <a:pt x="69652" y="130081"/>
                  <a:pt x="105663" y="166092"/>
                  <a:pt x="150019" y="166092"/>
                </a:cubicBezTo>
                <a:close/>
                <a:moveTo>
                  <a:pt x="130128" y="203597"/>
                </a:moveTo>
                <a:cubicBezTo>
                  <a:pt x="64160" y="203597"/>
                  <a:pt x="10716" y="257041"/>
                  <a:pt x="10716" y="323009"/>
                </a:cubicBezTo>
                <a:cubicBezTo>
                  <a:pt x="10716" y="333993"/>
                  <a:pt x="19623" y="342900"/>
                  <a:pt x="30607" y="342900"/>
                </a:cubicBezTo>
                <a:lnTo>
                  <a:pt x="199043" y="342900"/>
                </a:lnTo>
                <a:cubicBezTo>
                  <a:pt x="174799" y="314370"/>
                  <a:pt x="160734" y="277602"/>
                  <a:pt x="160734" y="238691"/>
                </a:cubicBezTo>
                <a:lnTo>
                  <a:pt x="160734" y="217862"/>
                </a:lnTo>
                <a:cubicBezTo>
                  <a:pt x="160734" y="212973"/>
                  <a:pt x="161404" y="208151"/>
                  <a:pt x="162677" y="203597"/>
                </a:cubicBezTo>
                <a:lnTo>
                  <a:pt x="130128" y="203597"/>
                </a:lnTo>
                <a:close/>
                <a:moveTo>
                  <a:pt x="298229" y="327161"/>
                </a:moveTo>
                <a:lnTo>
                  <a:pt x="289322" y="331381"/>
                </a:lnTo>
                <a:lnTo>
                  <a:pt x="289322" y="205405"/>
                </a:lnTo>
                <a:lnTo>
                  <a:pt x="353616" y="226836"/>
                </a:lnTo>
                <a:lnTo>
                  <a:pt x="353616" y="239963"/>
                </a:lnTo>
                <a:cubicBezTo>
                  <a:pt x="353616" y="277334"/>
                  <a:pt x="332050" y="311289"/>
                  <a:pt x="298229" y="327228"/>
                </a:cubicBezTo>
                <a:close/>
                <a:moveTo>
                  <a:pt x="282558" y="173794"/>
                </a:moveTo>
                <a:lnTo>
                  <a:pt x="207548" y="198775"/>
                </a:lnTo>
                <a:cubicBezTo>
                  <a:pt x="198775" y="201722"/>
                  <a:pt x="192881" y="209892"/>
                  <a:pt x="192881" y="219135"/>
                </a:cubicBezTo>
                <a:lnTo>
                  <a:pt x="192881" y="239963"/>
                </a:lnTo>
                <a:cubicBezTo>
                  <a:pt x="192881" y="289791"/>
                  <a:pt x="221679" y="335131"/>
                  <a:pt x="266685" y="356295"/>
                </a:cubicBezTo>
                <a:lnTo>
                  <a:pt x="279075" y="362121"/>
                </a:lnTo>
                <a:cubicBezTo>
                  <a:pt x="282290" y="363595"/>
                  <a:pt x="285772" y="364398"/>
                  <a:pt x="289255" y="364398"/>
                </a:cubicBezTo>
                <a:cubicBezTo>
                  <a:pt x="292737" y="364398"/>
                  <a:pt x="296287" y="363595"/>
                  <a:pt x="299435" y="362121"/>
                </a:cubicBezTo>
                <a:lnTo>
                  <a:pt x="311825" y="356295"/>
                </a:lnTo>
                <a:cubicBezTo>
                  <a:pt x="356964" y="335064"/>
                  <a:pt x="385763" y="289724"/>
                  <a:pt x="385763" y="239896"/>
                </a:cubicBezTo>
                <a:lnTo>
                  <a:pt x="385763" y="219068"/>
                </a:lnTo>
                <a:cubicBezTo>
                  <a:pt x="385763" y="209825"/>
                  <a:pt x="379869" y="201655"/>
                  <a:pt x="371095" y="198708"/>
                </a:cubicBezTo>
                <a:lnTo>
                  <a:pt x="296086" y="173727"/>
                </a:lnTo>
                <a:cubicBezTo>
                  <a:pt x="291666" y="172254"/>
                  <a:pt x="286911" y="172254"/>
                  <a:pt x="282558" y="1737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114800"/>
            <a:ext cx="414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Privacy Matters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49580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Don't share personal passwords or private information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4762500"/>
            <a:ext cx="410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 ndani fjalëkalime personale ose informacion privat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619500"/>
            <a:ext cx="5619750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17195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2263" y="43815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67365" y="44738"/>
                </a:moveTo>
                <a:cubicBezTo>
                  <a:pt x="174330" y="35161"/>
                  <a:pt x="172187" y="21766"/>
                  <a:pt x="162610" y="14801"/>
                </a:cubicBezTo>
                <a:cubicBezTo>
                  <a:pt x="153033" y="7836"/>
                  <a:pt x="139638" y="9979"/>
                  <a:pt x="132673" y="19556"/>
                </a:cubicBezTo>
                <a:lnTo>
                  <a:pt x="61682" y="117135"/>
                </a:lnTo>
                <a:lnTo>
                  <a:pt x="36567" y="92020"/>
                </a:lnTo>
                <a:cubicBezTo>
                  <a:pt x="28195" y="83649"/>
                  <a:pt x="14600" y="83649"/>
                  <a:pt x="6228" y="92020"/>
                </a:cubicBezTo>
                <a:cubicBezTo>
                  <a:pt x="-2143" y="100392"/>
                  <a:pt x="-2143" y="113987"/>
                  <a:pt x="6228" y="122359"/>
                </a:cubicBezTo>
                <a:lnTo>
                  <a:pt x="49091" y="165222"/>
                </a:lnTo>
                <a:cubicBezTo>
                  <a:pt x="53511" y="169642"/>
                  <a:pt x="59673" y="171919"/>
                  <a:pt x="65901" y="171450"/>
                </a:cubicBezTo>
                <a:cubicBezTo>
                  <a:pt x="72130" y="170981"/>
                  <a:pt x="77889" y="167767"/>
                  <a:pt x="81573" y="162677"/>
                </a:cubicBezTo>
                <a:lnTo>
                  <a:pt x="167298" y="44805"/>
                </a:lnTo>
                <a:close/>
                <a:moveTo>
                  <a:pt x="253090" y="135821"/>
                </a:moveTo>
                <a:cubicBezTo>
                  <a:pt x="260055" y="126243"/>
                  <a:pt x="257912" y="112849"/>
                  <a:pt x="248335" y="105884"/>
                </a:cubicBezTo>
                <a:cubicBezTo>
                  <a:pt x="238758" y="98919"/>
                  <a:pt x="225363" y="101062"/>
                  <a:pt x="218398" y="110639"/>
                </a:cubicBezTo>
                <a:lnTo>
                  <a:pt x="104544" y="267154"/>
                </a:lnTo>
                <a:lnTo>
                  <a:pt x="57998" y="220608"/>
                </a:lnTo>
                <a:cubicBezTo>
                  <a:pt x="49627" y="212236"/>
                  <a:pt x="36031" y="212236"/>
                  <a:pt x="27660" y="220608"/>
                </a:cubicBezTo>
                <a:cubicBezTo>
                  <a:pt x="19288" y="228980"/>
                  <a:pt x="19288" y="242575"/>
                  <a:pt x="27660" y="250947"/>
                </a:cubicBezTo>
                <a:lnTo>
                  <a:pt x="91953" y="315240"/>
                </a:lnTo>
                <a:cubicBezTo>
                  <a:pt x="96374" y="319660"/>
                  <a:pt x="102535" y="321938"/>
                  <a:pt x="108764" y="321469"/>
                </a:cubicBezTo>
                <a:cubicBezTo>
                  <a:pt x="114992" y="321000"/>
                  <a:pt x="120752" y="317785"/>
                  <a:pt x="124435" y="312695"/>
                </a:cubicBezTo>
                <a:lnTo>
                  <a:pt x="253023" y="1358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114800"/>
            <a:ext cx="3781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Always Verify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495800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Double-check important facts from other sources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762500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Kontrolloni fakte të rëndësishme nga burime të tjera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638800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5791200"/>
            <a:ext cx="1122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LLMs as a helpful tool, but use your own judgment!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Rregull: Përdorni Modelet si një mjet të dobishëm, por përdorni gjykimin tuaj!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4A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800" y="1752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8F5F2"/>
          </a:solidFill>
          <a:ln/>
        </p:spPr>
      </p:sp>
      <p:sp>
        <p:nvSpPr>
          <p:cNvPr id="3" name="Text 1"/>
          <p:cNvSpPr/>
          <p:nvPr/>
        </p:nvSpPr>
        <p:spPr>
          <a:xfrm>
            <a:off x="5702052" y="1981200"/>
            <a:ext cx="79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373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92910" y="3124200"/>
            <a:ext cx="4210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Future of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63429" y="3848100"/>
            <a:ext cx="4467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E295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Ardhmja e Inteligjencës Artificiale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11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8674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8" name="Shape 6"/>
          <p:cNvSpPr/>
          <p:nvPr/>
        </p:nvSpPr>
        <p:spPr>
          <a:xfrm>
            <a:off x="6715125" y="464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47506"/>
                </a:moveTo>
                <a:lnTo>
                  <a:pt x="135999" y="163235"/>
                </a:lnTo>
                <a:cubicBezTo>
                  <a:pt x="131891" y="167789"/>
                  <a:pt x="132070" y="174843"/>
                  <a:pt x="136446" y="179219"/>
                </a:cubicBezTo>
                <a:cubicBezTo>
                  <a:pt x="163681" y="206454"/>
                  <a:pt x="207883" y="206454"/>
                  <a:pt x="235119" y="179219"/>
                </a:cubicBezTo>
                <a:lnTo>
                  <a:pt x="263515" y="150822"/>
                </a:lnTo>
                <a:cubicBezTo>
                  <a:pt x="267266" y="147072"/>
                  <a:pt x="271998" y="145018"/>
                  <a:pt x="276820" y="144661"/>
                </a:cubicBezTo>
                <a:cubicBezTo>
                  <a:pt x="282893" y="144125"/>
                  <a:pt x="289143" y="146179"/>
                  <a:pt x="293787" y="150822"/>
                </a:cubicBezTo>
                <a:lnTo>
                  <a:pt x="451485" y="307181"/>
                </a:lnTo>
                <a:lnTo>
                  <a:pt x="514350" y="257175"/>
                </a:lnTo>
                <a:lnTo>
                  <a:pt x="514350" y="0"/>
                </a:lnTo>
                <a:lnTo>
                  <a:pt x="414338" y="57150"/>
                </a:lnTo>
                <a:lnTo>
                  <a:pt x="393085" y="42952"/>
                </a:lnTo>
                <a:cubicBezTo>
                  <a:pt x="378976" y="33576"/>
                  <a:pt x="362456" y="28575"/>
                  <a:pt x="345490" y="28575"/>
                </a:cubicBezTo>
                <a:lnTo>
                  <a:pt x="282625" y="28575"/>
                </a:lnTo>
                <a:cubicBezTo>
                  <a:pt x="281642" y="28575"/>
                  <a:pt x="280571" y="28575"/>
                  <a:pt x="279589" y="28664"/>
                </a:cubicBezTo>
                <a:cubicBezTo>
                  <a:pt x="264497" y="29468"/>
                  <a:pt x="250299" y="36255"/>
                  <a:pt x="240119" y="47506"/>
                </a:cubicBezTo>
                <a:close/>
                <a:moveTo>
                  <a:pt x="104120" y="134570"/>
                </a:moveTo>
                <a:lnTo>
                  <a:pt x="199489" y="28575"/>
                </a:lnTo>
                <a:lnTo>
                  <a:pt x="164128" y="28575"/>
                </a:lnTo>
                <a:cubicBezTo>
                  <a:pt x="141357" y="28575"/>
                  <a:pt x="119569" y="37594"/>
                  <a:pt x="103495" y="53667"/>
                </a:cubicBezTo>
                <a:lnTo>
                  <a:pt x="0" y="171450"/>
                </a:lnTo>
                <a:lnTo>
                  <a:pt x="0" y="485775"/>
                </a:lnTo>
                <a:lnTo>
                  <a:pt x="128588" y="364331"/>
                </a:lnTo>
                <a:lnTo>
                  <a:pt x="139660" y="373529"/>
                </a:lnTo>
                <a:cubicBezTo>
                  <a:pt x="160199" y="390674"/>
                  <a:pt x="186095" y="400050"/>
                  <a:pt x="212794" y="400050"/>
                </a:cubicBezTo>
                <a:lnTo>
                  <a:pt x="226814" y="400050"/>
                </a:lnTo>
                <a:lnTo>
                  <a:pt x="220563" y="393799"/>
                </a:lnTo>
                <a:cubicBezTo>
                  <a:pt x="212169" y="385405"/>
                  <a:pt x="212169" y="371832"/>
                  <a:pt x="220563" y="363528"/>
                </a:cubicBezTo>
                <a:cubicBezTo>
                  <a:pt x="228957" y="355223"/>
                  <a:pt x="242530" y="355134"/>
                  <a:pt x="250835" y="363528"/>
                </a:cubicBezTo>
                <a:lnTo>
                  <a:pt x="287447" y="400139"/>
                </a:lnTo>
                <a:lnTo>
                  <a:pt x="295483" y="400139"/>
                </a:lnTo>
                <a:cubicBezTo>
                  <a:pt x="312539" y="400139"/>
                  <a:pt x="329238" y="396300"/>
                  <a:pt x="344418" y="389156"/>
                </a:cubicBezTo>
                <a:lnTo>
                  <a:pt x="320576" y="365224"/>
                </a:lnTo>
                <a:cubicBezTo>
                  <a:pt x="312182" y="356830"/>
                  <a:pt x="312182" y="343257"/>
                  <a:pt x="320576" y="334953"/>
                </a:cubicBezTo>
                <a:cubicBezTo>
                  <a:pt x="328970" y="326648"/>
                  <a:pt x="342543" y="326559"/>
                  <a:pt x="350847" y="334953"/>
                </a:cubicBezTo>
                <a:lnTo>
                  <a:pt x="379422" y="363528"/>
                </a:lnTo>
                <a:lnTo>
                  <a:pt x="395049" y="347901"/>
                </a:lnTo>
                <a:cubicBezTo>
                  <a:pt x="402997" y="339953"/>
                  <a:pt x="405319" y="328434"/>
                  <a:pt x="401836" y="318343"/>
                </a:cubicBezTo>
                <a:lnTo>
                  <a:pt x="278696" y="196185"/>
                </a:lnTo>
                <a:lnTo>
                  <a:pt x="265390" y="209490"/>
                </a:lnTo>
                <a:cubicBezTo>
                  <a:pt x="221367" y="253514"/>
                  <a:pt x="150108" y="253514"/>
                  <a:pt x="106085" y="209490"/>
                </a:cubicBezTo>
                <a:cubicBezTo>
                  <a:pt x="85546" y="188952"/>
                  <a:pt x="84743" y="156002"/>
                  <a:pt x="104120" y="134481"/>
                </a:cubicBezTo>
                <a:close/>
              </a:path>
            </a:pathLst>
          </a:custGeom>
          <a:solidFill>
            <a:srgbClr val="F8F5F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AI is Changing Our World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IA po e Ndryshon Botën Tonë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200977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40581" y="2219325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5358"/>
                </a:moveTo>
                <a:cubicBezTo>
                  <a:pt x="105663" y="5358"/>
                  <a:pt x="69652" y="41369"/>
                  <a:pt x="69652" y="85725"/>
                </a:cubicBezTo>
                <a:cubicBezTo>
                  <a:pt x="69652" y="130081"/>
                  <a:pt x="105663" y="166092"/>
                  <a:pt x="150019" y="166092"/>
                </a:cubicBezTo>
                <a:cubicBezTo>
                  <a:pt x="194375" y="166092"/>
                  <a:pt x="230386" y="130081"/>
                  <a:pt x="230386" y="85725"/>
                </a:cubicBezTo>
                <a:cubicBezTo>
                  <a:pt x="230386" y="41369"/>
                  <a:pt x="194375" y="5358"/>
                  <a:pt x="150019" y="5358"/>
                </a:cubicBezTo>
                <a:close/>
                <a:moveTo>
                  <a:pt x="190202" y="214848"/>
                </a:moveTo>
                <a:cubicBezTo>
                  <a:pt x="186586" y="214513"/>
                  <a:pt x="182835" y="214313"/>
                  <a:pt x="179085" y="214313"/>
                </a:cubicBezTo>
                <a:lnTo>
                  <a:pt x="120886" y="214313"/>
                </a:lnTo>
                <a:cubicBezTo>
                  <a:pt x="117135" y="214313"/>
                  <a:pt x="113452" y="214513"/>
                  <a:pt x="109768" y="214848"/>
                </a:cubicBezTo>
                <a:lnTo>
                  <a:pt x="109768" y="260055"/>
                </a:lnTo>
                <a:cubicBezTo>
                  <a:pt x="120819" y="265145"/>
                  <a:pt x="128521" y="276329"/>
                  <a:pt x="128521" y="289255"/>
                </a:cubicBezTo>
                <a:cubicBezTo>
                  <a:pt x="128521" y="307003"/>
                  <a:pt x="114121" y="321402"/>
                  <a:pt x="96374" y="321402"/>
                </a:cubicBezTo>
                <a:cubicBezTo>
                  <a:pt x="78626" y="321402"/>
                  <a:pt x="64227" y="307003"/>
                  <a:pt x="64227" y="289255"/>
                </a:cubicBezTo>
                <a:cubicBezTo>
                  <a:pt x="64227" y="276262"/>
                  <a:pt x="71929" y="265078"/>
                  <a:pt x="82979" y="260055"/>
                </a:cubicBezTo>
                <a:lnTo>
                  <a:pt x="82979" y="220943"/>
                </a:lnTo>
                <a:cubicBezTo>
                  <a:pt x="40853" y="236413"/>
                  <a:pt x="10716" y="276999"/>
                  <a:pt x="10716" y="324549"/>
                </a:cubicBezTo>
                <a:cubicBezTo>
                  <a:pt x="10716" y="334662"/>
                  <a:pt x="18953" y="342900"/>
                  <a:pt x="29066" y="342900"/>
                </a:cubicBezTo>
                <a:lnTo>
                  <a:pt x="270904" y="342900"/>
                </a:lnTo>
                <a:cubicBezTo>
                  <a:pt x="281017" y="342900"/>
                  <a:pt x="289255" y="334662"/>
                  <a:pt x="289255" y="324549"/>
                </a:cubicBezTo>
                <a:cubicBezTo>
                  <a:pt x="289255" y="276999"/>
                  <a:pt x="259117" y="236480"/>
                  <a:pt x="216924" y="221010"/>
                </a:cubicBezTo>
                <a:lnTo>
                  <a:pt x="216924" y="246058"/>
                </a:lnTo>
                <a:cubicBezTo>
                  <a:pt x="232529" y="251549"/>
                  <a:pt x="243713" y="266484"/>
                  <a:pt x="243713" y="283964"/>
                </a:cubicBezTo>
                <a:lnTo>
                  <a:pt x="243713" y="305395"/>
                </a:lnTo>
                <a:cubicBezTo>
                  <a:pt x="243713" y="312762"/>
                  <a:pt x="237686" y="318790"/>
                  <a:pt x="230319" y="318790"/>
                </a:cubicBezTo>
                <a:cubicBezTo>
                  <a:pt x="222952" y="318790"/>
                  <a:pt x="216924" y="312762"/>
                  <a:pt x="216924" y="305395"/>
                </a:cubicBezTo>
                <a:lnTo>
                  <a:pt x="216924" y="283964"/>
                </a:lnTo>
                <a:cubicBezTo>
                  <a:pt x="216924" y="276597"/>
                  <a:pt x="210897" y="270570"/>
                  <a:pt x="203530" y="270570"/>
                </a:cubicBezTo>
                <a:cubicBezTo>
                  <a:pt x="196163" y="270570"/>
                  <a:pt x="190135" y="276597"/>
                  <a:pt x="190135" y="283964"/>
                </a:cubicBezTo>
                <a:lnTo>
                  <a:pt x="190135" y="305395"/>
                </a:lnTo>
                <a:cubicBezTo>
                  <a:pt x="190135" y="312762"/>
                  <a:pt x="184108" y="318790"/>
                  <a:pt x="176741" y="318790"/>
                </a:cubicBezTo>
                <a:cubicBezTo>
                  <a:pt x="169374" y="318790"/>
                  <a:pt x="163346" y="312762"/>
                  <a:pt x="163346" y="305395"/>
                </a:cubicBezTo>
                <a:lnTo>
                  <a:pt x="163346" y="283964"/>
                </a:lnTo>
                <a:cubicBezTo>
                  <a:pt x="163346" y="266484"/>
                  <a:pt x="174531" y="251616"/>
                  <a:pt x="190135" y="246058"/>
                </a:cubicBezTo>
                <a:lnTo>
                  <a:pt x="190135" y="21484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1952625"/>
            <a:ext cx="402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Helping Doctors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333625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helps diagnose diseases and find treatments faster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600325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ndihmon në diagnostikimin e sëmundjeve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200977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6538" y="221932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85725" y="64294"/>
                </a:moveTo>
                <a:cubicBezTo>
                  <a:pt x="85725" y="40652"/>
                  <a:pt x="104946" y="21431"/>
                  <a:pt x="128588" y="21431"/>
                </a:cubicBezTo>
                <a:lnTo>
                  <a:pt x="364331" y="21431"/>
                </a:lnTo>
                <a:cubicBezTo>
                  <a:pt x="387973" y="21431"/>
                  <a:pt x="407194" y="40652"/>
                  <a:pt x="407194" y="64294"/>
                </a:cubicBezTo>
                <a:lnTo>
                  <a:pt x="407194" y="225028"/>
                </a:lnTo>
                <a:lnTo>
                  <a:pt x="342900" y="225028"/>
                </a:lnTo>
                <a:lnTo>
                  <a:pt x="342900" y="214313"/>
                </a:lnTo>
                <a:cubicBezTo>
                  <a:pt x="342900" y="202458"/>
                  <a:pt x="333323" y="192881"/>
                  <a:pt x="321469" y="192881"/>
                </a:cubicBezTo>
                <a:lnTo>
                  <a:pt x="278606" y="192881"/>
                </a:lnTo>
                <a:cubicBezTo>
                  <a:pt x="266752" y="192881"/>
                  <a:pt x="257175" y="202458"/>
                  <a:pt x="257175" y="214313"/>
                </a:cubicBezTo>
                <a:lnTo>
                  <a:pt x="257175" y="225028"/>
                </a:lnTo>
                <a:lnTo>
                  <a:pt x="170713" y="225028"/>
                </a:lnTo>
                <a:cubicBezTo>
                  <a:pt x="178013" y="212437"/>
                  <a:pt x="182166" y="197770"/>
                  <a:pt x="182166" y="182166"/>
                </a:cubicBezTo>
                <a:cubicBezTo>
                  <a:pt x="182166" y="134816"/>
                  <a:pt x="143790" y="96441"/>
                  <a:pt x="96441" y="96441"/>
                </a:cubicBezTo>
                <a:cubicBezTo>
                  <a:pt x="92824" y="96441"/>
                  <a:pt x="89208" y="96642"/>
                  <a:pt x="85725" y="97110"/>
                </a:cubicBezTo>
                <a:lnTo>
                  <a:pt x="85725" y="64294"/>
                </a:lnTo>
                <a:close/>
                <a:moveTo>
                  <a:pt x="223019" y="300038"/>
                </a:moveTo>
                <a:cubicBezTo>
                  <a:pt x="219603" y="283830"/>
                  <a:pt x="212102" y="269163"/>
                  <a:pt x="201521" y="257175"/>
                </a:cubicBezTo>
                <a:lnTo>
                  <a:pt x="407194" y="257175"/>
                </a:lnTo>
                <a:cubicBezTo>
                  <a:pt x="407194" y="280816"/>
                  <a:pt x="387973" y="300038"/>
                  <a:pt x="364331" y="300038"/>
                </a:cubicBezTo>
                <a:lnTo>
                  <a:pt x="223019" y="300038"/>
                </a:lnTo>
                <a:close/>
                <a:moveTo>
                  <a:pt x="42863" y="182166"/>
                </a:moveTo>
                <a:cubicBezTo>
                  <a:pt x="42863" y="152595"/>
                  <a:pt x="66870" y="128588"/>
                  <a:pt x="96441" y="128588"/>
                </a:cubicBezTo>
                <a:cubicBezTo>
                  <a:pt x="126011" y="128588"/>
                  <a:pt x="150019" y="152595"/>
                  <a:pt x="150019" y="182166"/>
                </a:cubicBezTo>
                <a:cubicBezTo>
                  <a:pt x="150019" y="211736"/>
                  <a:pt x="126011" y="235744"/>
                  <a:pt x="96441" y="235744"/>
                </a:cubicBezTo>
                <a:cubicBezTo>
                  <a:pt x="66870" y="235744"/>
                  <a:pt x="42863" y="211736"/>
                  <a:pt x="42863" y="182166"/>
                </a:cubicBezTo>
                <a:close/>
                <a:moveTo>
                  <a:pt x="0" y="321469"/>
                </a:moveTo>
                <a:cubicBezTo>
                  <a:pt x="0" y="285973"/>
                  <a:pt x="28798" y="257175"/>
                  <a:pt x="64294" y="257175"/>
                </a:cubicBezTo>
                <a:lnTo>
                  <a:pt x="128588" y="257175"/>
                </a:lnTo>
                <a:cubicBezTo>
                  <a:pt x="164083" y="257175"/>
                  <a:pt x="192881" y="285973"/>
                  <a:pt x="192881" y="321469"/>
                </a:cubicBezTo>
                <a:cubicBezTo>
                  <a:pt x="192881" y="333323"/>
                  <a:pt x="183304" y="342900"/>
                  <a:pt x="171450" y="342900"/>
                </a:cubicBezTo>
                <a:lnTo>
                  <a:pt x="21431" y="342900"/>
                </a:lnTo>
                <a:cubicBezTo>
                  <a:pt x="9577" y="342900"/>
                  <a:pt x="0" y="333323"/>
                  <a:pt x="0" y="3214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952625"/>
            <a:ext cx="3667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Helping Teachers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333625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creates personalized lessons for each student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600325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krijon mësim të personalizuar për çdo student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63855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31482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581" y="4524375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92881" y="0"/>
                </a:moveTo>
                <a:lnTo>
                  <a:pt x="85725" y="0"/>
                </a:lnTo>
                <a:cubicBezTo>
                  <a:pt x="73871" y="0"/>
                  <a:pt x="64294" y="9577"/>
                  <a:pt x="64294" y="21431"/>
                </a:cubicBezTo>
                <a:cubicBezTo>
                  <a:pt x="64294" y="33285"/>
                  <a:pt x="73871" y="42863"/>
                  <a:pt x="85725" y="42863"/>
                </a:cubicBezTo>
                <a:lnTo>
                  <a:pt x="85725" y="144326"/>
                </a:lnTo>
                <a:lnTo>
                  <a:pt x="5023" y="285504"/>
                </a:lnTo>
                <a:cubicBezTo>
                  <a:pt x="1741" y="291331"/>
                  <a:pt x="0" y="297827"/>
                  <a:pt x="0" y="304525"/>
                </a:cubicBezTo>
                <a:cubicBezTo>
                  <a:pt x="0" y="325755"/>
                  <a:pt x="17145" y="342900"/>
                  <a:pt x="38375" y="342900"/>
                </a:cubicBezTo>
                <a:lnTo>
                  <a:pt x="261662" y="342900"/>
                </a:lnTo>
                <a:cubicBezTo>
                  <a:pt x="282826" y="342900"/>
                  <a:pt x="300038" y="325755"/>
                  <a:pt x="300038" y="304525"/>
                </a:cubicBezTo>
                <a:cubicBezTo>
                  <a:pt x="300038" y="297827"/>
                  <a:pt x="298296" y="291264"/>
                  <a:pt x="295015" y="285504"/>
                </a:cubicBezTo>
                <a:lnTo>
                  <a:pt x="214313" y="144326"/>
                </a:lnTo>
                <a:lnTo>
                  <a:pt x="214313" y="42863"/>
                </a:lnTo>
                <a:cubicBezTo>
                  <a:pt x="226167" y="42863"/>
                  <a:pt x="235744" y="33285"/>
                  <a:pt x="235744" y="21431"/>
                </a:cubicBezTo>
                <a:cubicBezTo>
                  <a:pt x="235744" y="9577"/>
                  <a:pt x="226167" y="0"/>
                  <a:pt x="214313" y="0"/>
                </a:cubicBezTo>
                <a:lnTo>
                  <a:pt x="192881" y="0"/>
                </a:lnTo>
                <a:close/>
                <a:moveTo>
                  <a:pt x="128588" y="144326"/>
                </a:moveTo>
                <a:lnTo>
                  <a:pt x="128588" y="42863"/>
                </a:lnTo>
                <a:lnTo>
                  <a:pt x="171450" y="42863"/>
                </a:lnTo>
                <a:lnTo>
                  <a:pt x="171450" y="144326"/>
                </a:lnTo>
                <a:cubicBezTo>
                  <a:pt x="171450" y="151760"/>
                  <a:pt x="173392" y="159127"/>
                  <a:pt x="177076" y="165623"/>
                </a:cubicBezTo>
                <a:lnTo>
                  <a:pt x="204936" y="214313"/>
                </a:lnTo>
                <a:lnTo>
                  <a:pt x="95101" y="214313"/>
                </a:lnTo>
                <a:lnTo>
                  <a:pt x="122962" y="165623"/>
                </a:lnTo>
                <a:cubicBezTo>
                  <a:pt x="126645" y="159127"/>
                  <a:pt x="128588" y="151827"/>
                  <a:pt x="128588" y="1443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257675"/>
            <a:ext cx="319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Helping Scientists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638675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analyzes data to make new discoveries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4905375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analizon të dhëna për zbulime të reja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638550"/>
            <a:ext cx="5619750" cy="2114550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314825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45243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171450"/>
                </a:moveTo>
                <a:cubicBezTo>
                  <a:pt x="342900" y="172053"/>
                  <a:pt x="342900" y="172656"/>
                  <a:pt x="342900" y="173258"/>
                </a:cubicBezTo>
                <a:cubicBezTo>
                  <a:pt x="342632" y="197703"/>
                  <a:pt x="320397" y="214313"/>
                  <a:pt x="295952" y="214313"/>
                </a:cubicBezTo>
                <a:lnTo>
                  <a:pt x="230386" y="214313"/>
                </a:lnTo>
                <a:cubicBezTo>
                  <a:pt x="212638" y="214313"/>
                  <a:pt x="198239" y="228712"/>
                  <a:pt x="198239" y="246459"/>
                </a:cubicBezTo>
                <a:cubicBezTo>
                  <a:pt x="198239" y="248736"/>
                  <a:pt x="198507" y="250947"/>
                  <a:pt x="198909" y="253090"/>
                </a:cubicBezTo>
                <a:cubicBezTo>
                  <a:pt x="200315" y="259921"/>
                  <a:pt x="203262" y="266484"/>
                  <a:pt x="206142" y="273114"/>
                </a:cubicBezTo>
                <a:cubicBezTo>
                  <a:pt x="210227" y="282357"/>
                  <a:pt x="214246" y="291532"/>
                  <a:pt x="214246" y="301243"/>
                </a:cubicBezTo>
                <a:cubicBezTo>
                  <a:pt x="214246" y="322540"/>
                  <a:pt x="199779" y="341895"/>
                  <a:pt x="178482" y="342766"/>
                </a:cubicBezTo>
                <a:cubicBezTo>
                  <a:pt x="176138" y="342833"/>
                  <a:pt x="173794" y="342900"/>
                  <a:pt x="171383" y="342900"/>
                </a:cubicBezTo>
                <a:cubicBezTo>
                  <a:pt x="76684" y="342900"/>
                  <a:pt x="-67" y="266149"/>
                  <a:pt x="-67" y="171450"/>
                </a:cubicBezTo>
                <a:cubicBezTo>
                  <a:pt x="-67" y="76751"/>
                  <a:pt x="76751" y="0"/>
                  <a:pt x="171450" y="0"/>
                </a:cubicBezTo>
                <a:cubicBezTo>
                  <a:pt x="266149" y="0"/>
                  <a:pt x="342900" y="76751"/>
                  <a:pt x="342900" y="171450"/>
                </a:cubicBezTo>
                <a:close/>
                <a:moveTo>
                  <a:pt x="85725" y="192881"/>
                </a:moveTo>
                <a:cubicBezTo>
                  <a:pt x="85725" y="181053"/>
                  <a:pt x="76122" y="171450"/>
                  <a:pt x="64294" y="171450"/>
                </a:cubicBezTo>
                <a:cubicBezTo>
                  <a:pt x="52466" y="171450"/>
                  <a:pt x="42863" y="181053"/>
                  <a:pt x="42863" y="192881"/>
                </a:cubicBezTo>
                <a:cubicBezTo>
                  <a:pt x="42863" y="204709"/>
                  <a:pt x="52466" y="214313"/>
                  <a:pt x="64294" y="214313"/>
                </a:cubicBezTo>
                <a:cubicBezTo>
                  <a:pt x="76122" y="214313"/>
                  <a:pt x="85725" y="204709"/>
                  <a:pt x="85725" y="192881"/>
                </a:cubicBezTo>
                <a:close/>
                <a:moveTo>
                  <a:pt x="85725" y="128588"/>
                </a:moveTo>
                <a:cubicBezTo>
                  <a:pt x="97553" y="128588"/>
                  <a:pt x="107156" y="118984"/>
                  <a:pt x="107156" y="107156"/>
                </a:cubicBezTo>
                <a:cubicBezTo>
                  <a:pt x="107156" y="95328"/>
                  <a:pt x="97553" y="85725"/>
                  <a:pt x="85725" y="85725"/>
                </a:cubicBezTo>
                <a:cubicBezTo>
                  <a:pt x="73897" y="85725"/>
                  <a:pt x="64294" y="95328"/>
                  <a:pt x="64294" y="107156"/>
                </a:cubicBezTo>
                <a:cubicBezTo>
                  <a:pt x="64294" y="118984"/>
                  <a:pt x="73897" y="128588"/>
                  <a:pt x="85725" y="128588"/>
                </a:cubicBezTo>
                <a:close/>
                <a:moveTo>
                  <a:pt x="192881" y="64294"/>
                </a:moveTo>
                <a:cubicBezTo>
                  <a:pt x="192881" y="52466"/>
                  <a:pt x="183278" y="42863"/>
                  <a:pt x="171450" y="42863"/>
                </a:cubicBezTo>
                <a:cubicBezTo>
                  <a:pt x="159622" y="42863"/>
                  <a:pt x="150019" y="52466"/>
                  <a:pt x="150019" y="64294"/>
                </a:cubicBezTo>
                <a:cubicBezTo>
                  <a:pt x="150019" y="76122"/>
                  <a:pt x="159622" y="85725"/>
                  <a:pt x="171450" y="85725"/>
                </a:cubicBezTo>
                <a:cubicBezTo>
                  <a:pt x="183278" y="85725"/>
                  <a:pt x="192881" y="76122"/>
                  <a:pt x="192881" y="64294"/>
                </a:cubicBezTo>
                <a:close/>
                <a:moveTo>
                  <a:pt x="257175" y="128588"/>
                </a:moveTo>
                <a:cubicBezTo>
                  <a:pt x="269003" y="128588"/>
                  <a:pt x="278606" y="118984"/>
                  <a:pt x="278606" y="107156"/>
                </a:cubicBezTo>
                <a:cubicBezTo>
                  <a:pt x="278606" y="95328"/>
                  <a:pt x="269003" y="85725"/>
                  <a:pt x="257175" y="85725"/>
                </a:cubicBezTo>
                <a:cubicBezTo>
                  <a:pt x="245347" y="85725"/>
                  <a:pt x="235744" y="95328"/>
                  <a:pt x="235744" y="107156"/>
                </a:cubicBezTo>
                <a:cubicBezTo>
                  <a:pt x="235744" y="118984"/>
                  <a:pt x="245347" y="128588"/>
                  <a:pt x="257175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257675"/>
            <a:ext cx="3562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Helping Artists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638675"/>
            <a:ext cx="3533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assists with music, art, and creative projects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905375"/>
            <a:ext cx="3524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asiston në muzikë, art dhe projekte kreative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905500"/>
            <a:ext cx="11430000" cy="5715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6057900"/>
            <a:ext cx="1122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makes technology more accessible to everyone!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IA e bën teknologjinë më të aksesueshme për të gjithë!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Being Responsible with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Të Jesh i Përgjegjshëm me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9431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862013" y="21526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85725" y="64294"/>
                </a:moveTo>
                <a:lnTo>
                  <a:pt x="85725" y="107156"/>
                </a:lnTo>
                <a:lnTo>
                  <a:pt x="171450" y="107156"/>
                </a:lnTo>
                <a:lnTo>
                  <a:pt x="171450" y="64294"/>
                </a:lnTo>
                <a:cubicBezTo>
                  <a:pt x="171450" y="40652"/>
                  <a:pt x="152229" y="21431"/>
                  <a:pt x="128588" y="21431"/>
                </a:cubicBezTo>
                <a:cubicBezTo>
                  <a:pt x="104946" y="21431"/>
                  <a:pt x="85725" y="40652"/>
                  <a:pt x="85725" y="64294"/>
                </a:cubicBezTo>
                <a:close/>
                <a:moveTo>
                  <a:pt x="42863" y="107156"/>
                </a:moveTo>
                <a:lnTo>
                  <a:pt x="42863" y="64294"/>
                </a:lnTo>
                <a:cubicBezTo>
                  <a:pt x="42863" y="16944"/>
                  <a:pt x="81238" y="-21431"/>
                  <a:pt x="128588" y="-21431"/>
                </a:cubicBezTo>
                <a:cubicBezTo>
                  <a:pt x="175937" y="-21431"/>
                  <a:pt x="214313" y="16944"/>
                  <a:pt x="214313" y="64294"/>
                </a:cubicBezTo>
                <a:lnTo>
                  <a:pt x="214313" y="107156"/>
                </a:lnTo>
                <a:cubicBezTo>
                  <a:pt x="237954" y="107156"/>
                  <a:pt x="257175" y="126377"/>
                  <a:pt x="257175" y="150019"/>
                </a:cubicBezTo>
                <a:lnTo>
                  <a:pt x="257175" y="300038"/>
                </a:lnTo>
                <a:cubicBezTo>
                  <a:pt x="257175" y="323679"/>
                  <a:pt x="237954" y="342900"/>
                  <a:pt x="214313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150019"/>
                </a:lnTo>
                <a:cubicBezTo>
                  <a:pt x="0" y="126377"/>
                  <a:pt x="19221" y="107156"/>
                  <a:pt x="42863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62100" y="1885950"/>
            <a:ext cx="3571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Privacy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2100" y="2266950"/>
            <a:ext cx="354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 people's personal information and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62100" y="2533650"/>
            <a:ext cx="3533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Mbroni informacionin personal të njerëzve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335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850" y="19431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E295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6538" y="215265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57175" y="21431"/>
                </a:moveTo>
                <a:lnTo>
                  <a:pt x="342900" y="21431"/>
                </a:lnTo>
                <a:cubicBezTo>
                  <a:pt x="354754" y="21431"/>
                  <a:pt x="364331" y="31008"/>
                  <a:pt x="364331" y="42863"/>
                </a:cubicBezTo>
                <a:cubicBezTo>
                  <a:pt x="364331" y="54717"/>
                  <a:pt x="354754" y="64294"/>
                  <a:pt x="342900" y="64294"/>
                </a:cubicBezTo>
                <a:lnTo>
                  <a:pt x="266819" y="64294"/>
                </a:lnTo>
                <a:cubicBezTo>
                  <a:pt x="263336" y="81573"/>
                  <a:pt x="251482" y="95838"/>
                  <a:pt x="235744" y="102669"/>
                </a:cubicBezTo>
                <a:lnTo>
                  <a:pt x="235744" y="300038"/>
                </a:lnTo>
                <a:lnTo>
                  <a:pt x="342900" y="300038"/>
                </a:lnTo>
                <a:cubicBezTo>
                  <a:pt x="354754" y="300038"/>
                  <a:pt x="364331" y="309615"/>
                  <a:pt x="364331" y="321469"/>
                </a:cubicBezTo>
                <a:cubicBezTo>
                  <a:pt x="364331" y="333323"/>
                  <a:pt x="354754" y="342900"/>
                  <a:pt x="342900" y="342900"/>
                </a:cubicBezTo>
                <a:lnTo>
                  <a:pt x="85725" y="342900"/>
                </a:lnTo>
                <a:cubicBezTo>
                  <a:pt x="73871" y="342900"/>
                  <a:pt x="64294" y="333323"/>
                  <a:pt x="64294" y="321469"/>
                </a:cubicBezTo>
                <a:cubicBezTo>
                  <a:pt x="64294" y="309615"/>
                  <a:pt x="73871" y="300038"/>
                  <a:pt x="85725" y="300038"/>
                </a:cubicBezTo>
                <a:lnTo>
                  <a:pt x="192881" y="300038"/>
                </a:lnTo>
                <a:lnTo>
                  <a:pt x="192881" y="102669"/>
                </a:lnTo>
                <a:cubicBezTo>
                  <a:pt x="177143" y="95771"/>
                  <a:pt x="165289" y="81506"/>
                  <a:pt x="161806" y="64294"/>
                </a:cubicBezTo>
                <a:lnTo>
                  <a:pt x="85725" y="64294"/>
                </a:lnTo>
                <a:cubicBezTo>
                  <a:pt x="73871" y="64294"/>
                  <a:pt x="64294" y="54717"/>
                  <a:pt x="64294" y="42863"/>
                </a:cubicBezTo>
                <a:cubicBezTo>
                  <a:pt x="64294" y="31008"/>
                  <a:pt x="73871" y="21431"/>
                  <a:pt x="85725" y="21431"/>
                </a:cubicBezTo>
                <a:lnTo>
                  <a:pt x="171450" y="21431"/>
                </a:lnTo>
                <a:cubicBezTo>
                  <a:pt x="181228" y="8439"/>
                  <a:pt x="196766" y="0"/>
                  <a:pt x="214313" y="0"/>
                </a:cubicBezTo>
                <a:cubicBezTo>
                  <a:pt x="231859" y="0"/>
                  <a:pt x="247397" y="8439"/>
                  <a:pt x="257175" y="21431"/>
                </a:cubicBezTo>
                <a:close/>
                <a:moveTo>
                  <a:pt x="294412" y="214313"/>
                </a:moveTo>
                <a:lnTo>
                  <a:pt x="391388" y="214313"/>
                </a:lnTo>
                <a:lnTo>
                  <a:pt x="342900" y="131132"/>
                </a:lnTo>
                <a:lnTo>
                  <a:pt x="294412" y="214313"/>
                </a:lnTo>
                <a:close/>
                <a:moveTo>
                  <a:pt x="342900" y="278606"/>
                </a:moveTo>
                <a:cubicBezTo>
                  <a:pt x="300774" y="278606"/>
                  <a:pt x="265748" y="255836"/>
                  <a:pt x="258514" y="225765"/>
                </a:cubicBezTo>
                <a:cubicBezTo>
                  <a:pt x="256773" y="218398"/>
                  <a:pt x="259184" y="210830"/>
                  <a:pt x="263002" y="204267"/>
                </a:cubicBezTo>
                <a:lnTo>
                  <a:pt x="326760" y="94967"/>
                </a:lnTo>
                <a:cubicBezTo>
                  <a:pt x="330108" y="89208"/>
                  <a:pt x="336270" y="85725"/>
                  <a:pt x="342900" y="85725"/>
                </a:cubicBezTo>
                <a:cubicBezTo>
                  <a:pt x="349530" y="85725"/>
                  <a:pt x="355692" y="89275"/>
                  <a:pt x="359040" y="94967"/>
                </a:cubicBezTo>
                <a:lnTo>
                  <a:pt x="422798" y="204267"/>
                </a:lnTo>
                <a:cubicBezTo>
                  <a:pt x="426616" y="210830"/>
                  <a:pt x="429027" y="218398"/>
                  <a:pt x="427286" y="225765"/>
                </a:cubicBezTo>
                <a:cubicBezTo>
                  <a:pt x="420053" y="255769"/>
                  <a:pt x="385026" y="278606"/>
                  <a:pt x="342900" y="278606"/>
                </a:cubicBezTo>
                <a:close/>
                <a:moveTo>
                  <a:pt x="84921" y="131132"/>
                </a:moveTo>
                <a:lnTo>
                  <a:pt x="36433" y="214313"/>
                </a:lnTo>
                <a:lnTo>
                  <a:pt x="133477" y="214313"/>
                </a:lnTo>
                <a:lnTo>
                  <a:pt x="84921" y="131132"/>
                </a:lnTo>
                <a:close/>
                <a:moveTo>
                  <a:pt x="603" y="225765"/>
                </a:moveTo>
                <a:cubicBezTo>
                  <a:pt x="-1139" y="218398"/>
                  <a:pt x="1272" y="210830"/>
                  <a:pt x="5090" y="204267"/>
                </a:cubicBezTo>
                <a:lnTo>
                  <a:pt x="68848" y="94967"/>
                </a:lnTo>
                <a:cubicBezTo>
                  <a:pt x="72197" y="89208"/>
                  <a:pt x="78358" y="85725"/>
                  <a:pt x="84988" y="85725"/>
                </a:cubicBezTo>
                <a:cubicBezTo>
                  <a:pt x="91619" y="85725"/>
                  <a:pt x="97780" y="89275"/>
                  <a:pt x="101129" y="94967"/>
                </a:cubicBezTo>
                <a:lnTo>
                  <a:pt x="164887" y="204267"/>
                </a:lnTo>
                <a:cubicBezTo>
                  <a:pt x="168704" y="210830"/>
                  <a:pt x="171115" y="218398"/>
                  <a:pt x="169374" y="225765"/>
                </a:cubicBezTo>
                <a:cubicBezTo>
                  <a:pt x="162141" y="255769"/>
                  <a:pt x="127114" y="278606"/>
                  <a:pt x="84988" y="278606"/>
                </a:cubicBezTo>
                <a:cubicBezTo>
                  <a:pt x="42862" y="278606"/>
                  <a:pt x="7836" y="255836"/>
                  <a:pt x="603" y="2257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72350" y="1885950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Fairness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72350" y="2266950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should treat everyone equally and fairly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2350" y="253365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duhet të trajtojë të gjithë njësoj dhe drejt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5052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41148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719" y="43243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92881" y="21431"/>
                </a:moveTo>
                <a:cubicBezTo>
                  <a:pt x="138767" y="21431"/>
                  <a:pt x="95436" y="46077"/>
                  <a:pt x="63892" y="75411"/>
                </a:cubicBezTo>
                <a:cubicBezTo>
                  <a:pt x="32549" y="104544"/>
                  <a:pt x="11586" y="139303"/>
                  <a:pt x="1607" y="163212"/>
                </a:cubicBezTo>
                <a:cubicBezTo>
                  <a:pt x="-603" y="168503"/>
                  <a:pt x="-603" y="174397"/>
                  <a:pt x="1607" y="179688"/>
                </a:cubicBezTo>
                <a:cubicBezTo>
                  <a:pt x="11586" y="203597"/>
                  <a:pt x="32549" y="238423"/>
                  <a:pt x="63892" y="267489"/>
                </a:cubicBezTo>
                <a:cubicBezTo>
                  <a:pt x="95436" y="296756"/>
                  <a:pt x="138767" y="321469"/>
                  <a:pt x="192881" y="321469"/>
                </a:cubicBezTo>
                <a:cubicBezTo>
                  <a:pt x="246995" y="321469"/>
                  <a:pt x="290326" y="296823"/>
                  <a:pt x="321871" y="267489"/>
                </a:cubicBezTo>
                <a:cubicBezTo>
                  <a:pt x="353214" y="238356"/>
                  <a:pt x="374176" y="203597"/>
                  <a:pt x="384155" y="179688"/>
                </a:cubicBezTo>
                <a:cubicBezTo>
                  <a:pt x="386365" y="174397"/>
                  <a:pt x="386365" y="168503"/>
                  <a:pt x="384155" y="163212"/>
                </a:cubicBezTo>
                <a:cubicBezTo>
                  <a:pt x="374176" y="139303"/>
                  <a:pt x="353214" y="104477"/>
                  <a:pt x="321871" y="75411"/>
                </a:cubicBezTo>
                <a:cubicBezTo>
                  <a:pt x="290326" y="46144"/>
                  <a:pt x="246995" y="21431"/>
                  <a:pt x="192881" y="21431"/>
                </a:cubicBezTo>
                <a:close/>
                <a:moveTo>
                  <a:pt x="96441" y="171450"/>
                </a:moveTo>
                <a:cubicBezTo>
                  <a:pt x="96441" y="118223"/>
                  <a:pt x="139654" y="75009"/>
                  <a:pt x="192881" y="75009"/>
                </a:cubicBezTo>
                <a:cubicBezTo>
                  <a:pt x="246108" y="75009"/>
                  <a:pt x="289322" y="118223"/>
                  <a:pt x="289322" y="171450"/>
                </a:cubicBezTo>
                <a:cubicBezTo>
                  <a:pt x="289322" y="224677"/>
                  <a:pt x="246108" y="267891"/>
                  <a:pt x="192881" y="267891"/>
                </a:cubicBezTo>
                <a:cubicBezTo>
                  <a:pt x="139654" y="267891"/>
                  <a:pt x="96441" y="224677"/>
                  <a:pt x="96441" y="171450"/>
                </a:cubicBezTo>
                <a:close/>
                <a:moveTo>
                  <a:pt x="192881" y="128588"/>
                </a:moveTo>
                <a:cubicBezTo>
                  <a:pt x="192881" y="152229"/>
                  <a:pt x="173660" y="171450"/>
                  <a:pt x="150019" y="171450"/>
                </a:cubicBezTo>
                <a:cubicBezTo>
                  <a:pt x="142317" y="171450"/>
                  <a:pt x="135084" y="169441"/>
                  <a:pt x="128788" y="165824"/>
                </a:cubicBezTo>
                <a:cubicBezTo>
                  <a:pt x="128119" y="173124"/>
                  <a:pt x="128721" y="180625"/>
                  <a:pt x="130731" y="188059"/>
                </a:cubicBezTo>
                <a:cubicBezTo>
                  <a:pt x="139906" y="222349"/>
                  <a:pt x="175200" y="242709"/>
                  <a:pt x="209490" y="233534"/>
                </a:cubicBezTo>
                <a:cubicBezTo>
                  <a:pt x="243780" y="224358"/>
                  <a:pt x="264140" y="189064"/>
                  <a:pt x="254965" y="154774"/>
                </a:cubicBezTo>
                <a:cubicBezTo>
                  <a:pt x="246794" y="124167"/>
                  <a:pt x="217795" y="104678"/>
                  <a:pt x="187256" y="107357"/>
                </a:cubicBezTo>
                <a:cubicBezTo>
                  <a:pt x="190805" y="113586"/>
                  <a:pt x="192881" y="120819"/>
                  <a:pt x="192881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405765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62100" y="443865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should know when they're using 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62100" y="470535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Njerëzit duhet të dinë kur përdorin 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505200"/>
            <a:ext cx="56197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850" y="41148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6538" y="432435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91083" y="85725"/>
                </a:moveTo>
                <a:cubicBezTo>
                  <a:pt x="91083" y="41369"/>
                  <a:pt x="127094" y="5358"/>
                  <a:pt x="171450" y="5358"/>
                </a:cubicBezTo>
                <a:cubicBezTo>
                  <a:pt x="215806" y="5358"/>
                  <a:pt x="251817" y="41369"/>
                  <a:pt x="251817" y="85725"/>
                </a:cubicBezTo>
                <a:cubicBezTo>
                  <a:pt x="251817" y="130081"/>
                  <a:pt x="215806" y="166092"/>
                  <a:pt x="171450" y="166092"/>
                </a:cubicBezTo>
                <a:cubicBezTo>
                  <a:pt x="127094" y="166092"/>
                  <a:pt x="91083" y="130081"/>
                  <a:pt x="91083" y="85725"/>
                </a:cubicBezTo>
                <a:close/>
                <a:moveTo>
                  <a:pt x="32147" y="323009"/>
                </a:moveTo>
                <a:cubicBezTo>
                  <a:pt x="32147" y="257041"/>
                  <a:pt x="85591" y="203597"/>
                  <a:pt x="151559" y="203597"/>
                </a:cubicBezTo>
                <a:lnTo>
                  <a:pt x="191341" y="203597"/>
                </a:lnTo>
                <a:cubicBezTo>
                  <a:pt x="257309" y="203597"/>
                  <a:pt x="310753" y="257041"/>
                  <a:pt x="310753" y="323009"/>
                </a:cubicBezTo>
                <a:cubicBezTo>
                  <a:pt x="310753" y="333993"/>
                  <a:pt x="301846" y="342900"/>
                  <a:pt x="290862" y="342900"/>
                </a:cubicBezTo>
                <a:lnTo>
                  <a:pt x="52038" y="342900"/>
                </a:lnTo>
                <a:cubicBezTo>
                  <a:pt x="41054" y="342900"/>
                  <a:pt x="32147" y="333993"/>
                  <a:pt x="32147" y="323009"/>
                </a:cubicBezTo>
                <a:close/>
                <a:moveTo>
                  <a:pt x="410141" y="88873"/>
                </a:moveTo>
                <a:lnTo>
                  <a:pt x="356562" y="174598"/>
                </a:lnTo>
                <a:cubicBezTo>
                  <a:pt x="353750" y="179085"/>
                  <a:pt x="348928" y="181898"/>
                  <a:pt x="343637" y="182166"/>
                </a:cubicBezTo>
                <a:cubicBezTo>
                  <a:pt x="338346" y="182434"/>
                  <a:pt x="333256" y="180023"/>
                  <a:pt x="330108" y="175736"/>
                </a:cubicBezTo>
                <a:lnTo>
                  <a:pt x="297961" y="132874"/>
                </a:lnTo>
                <a:cubicBezTo>
                  <a:pt x="292604" y="125775"/>
                  <a:pt x="294077" y="115729"/>
                  <a:pt x="301176" y="110371"/>
                </a:cubicBezTo>
                <a:cubicBezTo>
                  <a:pt x="308275" y="105013"/>
                  <a:pt x="318321" y="106487"/>
                  <a:pt x="323679" y="113586"/>
                </a:cubicBezTo>
                <a:lnTo>
                  <a:pt x="341761" y="137696"/>
                </a:lnTo>
                <a:lnTo>
                  <a:pt x="382883" y="71862"/>
                </a:lnTo>
                <a:cubicBezTo>
                  <a:pt x="387571" y="64361"/>
                  <a:pt x="397483" y="62017"/>
                  <a:pt x="405051" y="66772"/>
                </a:cubicBezTo>
                <a:cubicBezTo>
                  <a:pt x="412619" y="71527"/>
                  <a:pt x="414896" y="81372"/>
                  <a:pt x="410141" y="889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2350" y="4057650"/>
            <a:ext cx="319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Human Oversight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2350" y="4438650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should always be in control of AI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72350" y="470535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Njerëzit duhet të jenë gjithmonë në kontroll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638800"/>
            <a:ext cx="11430000" cy="838200"/>
          </a:xfrm>
          <a:prstGeom prst="roundRect">
            <a:avLst>
              <a:gd name="adj" fmla="val 13636"/>
            </a:avLst>
          </a:prstGeom>
          <a:solidFill>
            <a:srgbClr val="E29578"/>
          </a:solidFill>
          <a:ln/>
        </p:spPr>
      </p:sp>
      <p:sp>
        <p:nvSpPr>
          <p:cNvPr id="29" name="Text 27"/>
          <p:cNvSpPr/>
          <p:nvPr/>
        </p:nvSpPr>
        <p:spPr>
          <a:xfrm>
            <a:off x="485775" y="5791200"/>
            <a:ext cx="11220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should help people, not replace human judgment! /</a:t>
            </a:r>
            <a:r>
              <a:rPr lang="en-US" sz="15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Parimi kryesor: IA duhet të ndihmojë njerëzit, jo të zëvendësojë gjykimin njerëzor!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58064" y="-141555"/>
            <a:ext cx="876728" cy="876728"/>
          </a:xfrm>
          <a:custGeom>
            <a:avLst/>
            <a:gdLst/>
            <a:ahLst/>
            <a:cxnLst/>
            <a:rect l="l" t="t" r="r" b="b"/>
            <a:pathLst>
              <a:path w="876728" h="876728">
                <a:moveTo>
                  <a:pt x="412679" y="149147"/>
                </a:moveTo>
                <a:lnTo>
                  <a:pt x="438364" y="184592"/>
                </a:lnTo>
                <a:lnTo>
                  <a:pt x="464049" y="149147"/>
                </a:lnTo>
                <a:cubicBezTo>
                  <a:pt x="506858" y="89899"/>
                  <a:pt x="575695" y="54796"/>
                  <a:pt x="648813" y="54796"/>
                </a:cubicBezTo>
                <a:cubicBezTo>
                  <a:pt x="774671" y="54796"/>
                  <a:pt x="876728" y="156852"/>
                  <a:pt x="876728" y="282711"/>
                </a:cubicBezTo>
                <a:lnTo>
                  <a:pt x="876728" y="287163"/>
                </a:lnTo>
                <a:cubicBezTo>
                  <a:pt x="876728" y="479289"/>
                  <a:pt x="637169" y="702410"/>
                  <a:pt x="512167" y="797788"/>
                </a:cubicBezTo>
                <a:cubicBezTo>
                  <a:pt x="490933" y="813884"/>
                  <a:pt x="464906" y="821933"/>
                  <a:pt x="438364" y="821933"/>
                </a:cubicBezTo>
                <a:cubicBezTo>
                  <a:pt x="411822" y="821933"/>
                  <a:pt x="385623" y="814056"/>
                  <a:pt x="364561" y="797788"/>
                </a:cubicBezTo>
                <a:cubicBezTo>
                  <a:pt x="239559" y="702410"/>
                  <a:pt x="0" y="479289"/>
                  <a:pt x="0" y="287163"/>
                </a:cubicBezTo>
                <a:lnTo>
                  <a:pt x="0" y="282711"/>
                </a:lnTo>
                <a:cubicBezTo>
                  <a:pt x="0" y="156852"/>
                  <a:pt x="102057" y="54796"/>
                  <a:pt x="227915" y="54796"/>
                </a:cubicBezTo>
                <a:cubicBezTo>
                  <a:pt x="301033" y="54796"/>
                  <a:pt x="369870" y="89899"/>
                  <a:pt x="412679" y="149147"/>
                </a:cubicBez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3" name="Text 1"/>
          <p:cNvSpPr/>
          <p:nvPr/>
        </p:nvSpPr>
        <p:spPr>
          <a:xfrm>
            <a:off x="2850080" y="1246598"/>
            <a:ext cx="6493267" cy="547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315" b="1" dirty="0">
                <a:solidFill>
                  <a:srgbClr val="F8F5F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Thank You! / Faleminderit!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11943" y="2013735"/>
            <a:ext cx="1168971" cy="0"/>
          </a:xfrm>
          <a:prstGeom prst="roundRect">
            <a:avLst>
              <a:gd name="adj" fmla="val 0"/>
            </a:avLst>
          </a:prstGeom>
          <a:solidFill>
            <a:srgbClr val="E29578"/>
          </a:solidFill>
          <a:ln/>
        </p:spPr>
      </p:sp>
      <p:sp>
        <p:nvSpPr>
          <p:cNvPr id="5" name="Shape 3"/>
          <p:cNvSpPr/>
          <p:nvPr/>
        </p:nvSpPr>
        <p:spPr>
          <a:xfrm>
            <a:off x="2005030" y="2305978"/>
            <a:ext cx="8182796" cy="1954373"/>
          </a:xfrm>
          <a:prstGeom prst="roundRect">
            <a:avLst>
              <a:gd name="adj" fmla="val 7477"/>
            </a:avLst>
          </a:prstGeom>
          <a:solidFill>
            <a:srgbClr val="F8F5F2"/>
          </a:solidFill>
          <a:ln/>
        </p:spPr>
      </p:sp>
      <p:sp>
        <p:nvSpPr>
          <p:cNvPr id="6" name="Text 4"/>
          <p:cNvSpPr/>
          <p:nvPr/>
        </p:nvSpPr>
        <p:spPr>
          <a:xfrm>
            <a:off x="2242478" y="2598220"/>
            <a:ext cx="7707901" cy="71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26" b="1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r>
              <a:rPr lang="en-US" sz="1726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LLMs are powerful tools that can help with language tasks, but they're assistants - not replacements for human thinking and creativity.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51610" y="3456683"/>
            <a:ext cx="7689636" cy="51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8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Mësimi kryesor: Modelet e Mëdha janë mjete të fuqishme që mund të ndihmojnë në detyrat e gjuhës, por janë asistentë - jo zëvendësime për mendimin dhe kreativitetin njerëzor.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74957" y="4552593"/>
            <a:ext cx="547955" cy="438364"/>
          </a:xfrm>
          <a:custGeom>
            <a:avLst/>
            <a:gdLst/>
            <a:ahLst/>
            <a:cxnLst/>
            <a:rect l="l" t="t" r="r" b="b"/>
            <a:pathLst>
              <a:path w="547955" h="438364">
                <a:moveTo>
                  <a:pt x="301375" y="0"/>
                </a:moveTo>
                <a:cubicBezTo>
                  <a:pt x="301375" y="-15154"/>
                  <a:pt x="289132" y="-27398"/>
                  <a:pt x="273978" y="-27398"/>
                </a:cubicBezTo>
                <a:cubicBezTo>
                  <a:pt x="258823" y="-27398"/>
                  <a:pt x="246580" y="-15154"/>
                  <a:pt x="246580" y="0"/>
                </a:cubicBezTo>
                <a:lnTo>
                  <a:pt x="246580" y="54796"/>
                </a:lnTo>
                <a:lnTo>
                  <a:pt x="164387" y="54796"/>
                </a:lnTo>
                <a:cubicBezTo>
                  <a:pt x="119009" y="54796"/>
                  <a:pt x="82193" y="91611"/>
                  <a:pt x="82193" y="136989"/>
                </a:cubicBezTo>
                <a:lnTo>
                  <a:pt x="82193" y="328773"/>
                </a:lnTo>
                <a:cubicBezTo>
                  <a:pt x="82193" y="374151"/>
                  <a:pt x="119009" y="410966"/>
                  <a:pt x="164387" y="410966"/>
                </a:cubicBezTo>
                <a:lnTo>
                  <a:pt x="383569" y="410966"/>
                </a:lnTo>
                <a:cubicBezTo>
                  <a:pt x="428946" y="410966"/>
                  <a:pt x="465762" y="374151"/>
                  <a:pt x="465762" y="328773"/>
                </a:cubicBezTo>
                <a:lnTo>
                  <a:pt x="465762" y="136989"/>
                </a:lnTo>
                <a:cubicBezTo>
                  <a:pt x="465762" y="91611"/>
                  <a:pt x="428946" y="54796"/>
                  <a:pt x="383569" y="54796"/>
                </a:cubicBezTo>
                <a:lnTo>
                  <a:pt x="301375" y="54796"/>
                </a:lnTo>
                <a:lnTo>
                  <a:pt x="301375" y="0"/>
                </a:lnTo>
                <a:close/>
                <a:moveTo>
                  <a:pt x="136989" y="315074"/>
                </a:moveTo>
                <a:cubicBezTo>
                  <a:pt x="136989" y="303687"/>
                  <a:pt x="146150" y="294526"/>
                  <a:pt x="157537" y="294526"/>
                </a:cubicBezTo>
                <a:lnTo>
                  <a:pt x="184935" y="294526"/>
                </a:lnTo>
                <a:cubicBezTo>
                  <a:pt x="196322" y="294526"/>
                  <a:pt x="205483" y="303687"/>
                  <a:pt x="205483" y="315074"/>
                </a:cubicBezTo>
                <a:cubicBezTo>
                  <a:pt x="205483" y="326461"/>
                  <a:pt x="196322" y="335622"/>
                  <a:pt x="184935" y="335622"/>
                </a:cubicBezTo>
                <a:lnTo>
                  <a:pt x="157537" y="335622"/>
                </a:lnTo>
                <a:cubicBezTo>
                  <a:pt x="146150" y="335622"/>
                  <a:pt x="136989" y="326461"/>
                  <a:pt x="136989" y="315074"/>
                </a:cubicBezTo>
                <a:close/>
                <a:moveTo>
                  <a:pt x="239730" y="315074"/>
                </a:moveTo>
                <a:cubicBezTo>
                  <a:pt x="239730" y="303687"/>
                  <a:pt x="248891" y="294526"/>
                  <a:pt x="260279" y="294526"/>
                </a:cubicBezTo>
                <a:lnTo>
                  <a:pt x="287676" y="294526"/>
                </a:lnTo>
                <a:cubicBezTo>
                  <a:pt x="299064" y="294526"/>
                  <a:pt x="308225" y="303687"/>
                  <a:pt x="308225" y="315074"/>
                </a:cubicBezTo>
                <a:cubicBezTo>
                  <a:pt x="308225" y="326461"/>
                  <a:pt x="299064" y="335622"/>
                  <a:pt x="287676" y="335622"/>
                </a:cubicBezTo>
                <a:lnTo>
                  <a:pt x="260279" y="335622"/>
                </a:lnTo>
                <a:cubicBezTo>
                  <a:pt x="248891" y="335622"/>
                  <a:pt x="239730" y="326461"/>
                  <a:pt x="239730" y="315074"/>
                </a:cubicBezTo>
                <a:close/>
                <a:moveTo>
                  <a:pt x="342472" y="315074"/>
                </a:moveTo>
                <a:cubicBezTo>
                  <a:pt x="342472" y="303687"/>
                  <a:pt x="351633" y="294526"/>
                  <a:pt x="363020" y="294526"/>
                </a:cubicBezTo>
                <a:lnTo>
                  <a:pt x="390418" y="294526"/>
                </a:lnTo>
                <a:cubicBezTo>
                  <a:pt x="401805" y="294526"/>
                  <a:pt x="410966" y="303687"/>
                  <a:pt x="410966" y="315074"/>
                </a:cubicBezTo>
                <a:cubicBezTo>
                  <a:pt x="410966" y="326461"/>
                  <a:pt x="401805" y="335622"/>
                  <a:pt x="390418" y="335622"/>
                </a:cubicBezTo>
                <a:lnTo>
                  <a:pt x="363020" y="335622"/>
                </a:lnTo>
                <a:cubicBezTo>
                  <a:pt x="351633" y="335622"/>
                  <a:pt x="342472" y="326461"/>
                  <a:pt x="342472" y="315074"/>
                </a:cubicBezTo>
                <a:close/>
                <a:moveTo>
                  <a:pt x="191784" y="150688"/>
                </a:moveTo>
                <a:cubicBezTo>
                  <a:pt x="214466" y="150688"/>
                  <a:pt x="232881" y="169102"/>
                  <a:pt x="232881" y="191784"/>
                </a:cubicBezTo>
                <a:cubicBezTo>
                  <a:pt x="232881" y="214466"/>
                  <a:pt x="214466" y="232881"/>
                  <a:pt x="191784" y="232881"/>
                </a:cubicBezTo>
                <a:cubicBezTo>
                  <a:pt x="169102" y="232881"/>
                  <a:pt x="150688" y="214466"/>
                  <a:pt x="150688" y="191784"/>
                </a:cubicBezTo>
                <a:cubicBezTo>
                  <a:pt x="150688" y="169102"/>
                  <a:pt x="169102" y="150688"/>
                  <a:pt x="191784" y="150688"/>
                </a:cubicBezTo>
                <a:close/>
                <a:moveTo>
                  <a:pt x="315074" y="191784"/>
                </a:moveTo>
                <a:cubicBezTo>
                  <a:pt x="315074" y="169102"/>
                  <a:pt x="333489" y="150688"/>
                  <a:pt x="356171" y="150688"/>
                </a:cubicBezTo>
                <a:cubicBezTo>
                  <a:pt x="378853" y="150688"/>
                  <a:pt x="397267" y="169102"/>
                  <a:pt x="397267" y="191784"/>
                </a:cubicBezTo>
                <a:cubicBezTo>
                  <a:pt x="397267" y="214466"/>
                  <a:pt x="378853" y="232881"/>
                  <a:pt x="356171" y="232881"/>
                </a:cubicBezTo>
                <a:cubicBezTo>
                  <a:pt x="333489" y="232881"/>
                  <a:pt x="315074" y="214466"/>
                  <a:pt x="315074" y="191784"/>
                </a:cubicBezTo>
                <a:close/>
                <a:moveTo>
                  <a:pt x="54796" y="191784"/>
                </a:moveTo>
                <a:cubicBezTo>
                  <a:pt x="54796" y="176630"/>
                  <a:pt x="42552" y="164387"/>
                  <a:pt x="27398" y="164387"/>
                </a:cubicBezTo>
                <a:cubicBezTo>
                  <a:pt x="12243" y="164387"/>
                  <a:pt x="0" y="176630"/>
                  <a:pt x="0" y="191784"/>
                </a:cubicBezTo>
                <a:lnTo>
                  <a:pt x="0" y="273978"/>
                </a:lnTo>
                <a:cubicBezTo>
                  <a:pt x="0" y="289132"/>
                  <a:pt x="12243" y="301375"/>
                  <a:pt x="27398" y="301375"/>
                </a:cubicBezTo>
                <a:cubicBezTo>
                  <a:pt x="42552" y="301375"/>
                  <a:pt x="54796" y="289132"/>
                  <a:pt x="54796" y="273978"/>
                </a:cubicBezTo>
                <a:lnTo>
                  <a:pt x="54796" y="191784"/>
                </a:lnTo>
                <a:close/>
                <a:moveTo>
                  <a:pt x="520557" y="164387"/>
                </a:moveTo>
                <a:cubicBezTo>
                  <a:pt x="505403" y="164387"/>
                  <a:pt x="493160" y="176630"/>
                  <a:pt x="493160" y="191784"/>
                </a:cubicBezTo>
                <a:lnTo>
                  <a:pt x="493160" y="273978"/>
                </a:lnTo>
                <a:cubicBezTo>
                  <a:pt x="493160" y="289132"/>
                  <a:pt x="505403" y="301375"/>
                  <a:pt x="520557" y="301375"/>
                </a:cubicBezTo>
                <a:cubicBezTo>
                  <a:pt x="535712" y="301375"/>
                  <a:pt x="547955" y="289132"/>
                  <a:pt x="547955" y="273978"/>
                </a:cubicBezTo>
                <a:lnTo>
                  <a:pt x="547955" y="191784"/>
                </a:lnTo>
                <a:cubicBezTo>
                  <a:pt x="547955" y="176630"/>
                  <a:pt x="535712" y="164387"/>
                  <a:pt x="520557" y="164387"/>
                </a:cubicBezTo>
                <a:close/>
              </a:path>
            </a:pathLst>
          </a:custGeom>
          <a:solidFill>
            <a:srgbClr val="E29578"/>
          </a:solidFill>
          <a:ln/>
        </p:spPr>
      </p:sp>
      <p:sp>
        <p:nvSpPr>
          <p:cNvPr id="9" name="Text 7"/>
          <p:cNvSpPr/>
          <p:nvPr/>
        </p:nvSpPr>
        <p:spPr>
          <a:xfrm>
            <a:off x="3614648" y="5100548"/>
            <a:ext cx="1269429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8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56713" y="5356261"/>
            <a:ext cx="138815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4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Mjete të Fuqishme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43111" y="4552593"/>
            <a:ext cx="493160" cy="438364"/>
          </a:xfrm>
          <a:custGeom>
            <a:avLst/>
            <a:gdLst/>
            <a:ahLst/>
            <a:cxnLst/>
            <a:rect l="l" t="t" r="r" b="b"/>
            <a:pathLst>
              <a:path w="493160" h="438364">
                <a:moveTo>
                  <a:pt x="230227" y="72947"/>
                </a:moveTo>
                <a:lnTo>
                  <a:pt x="130396" y="183907"/>
                </a:lnTo>
                <a:cubicBezTo>
                  <a:pt x="126458" y="188274"/>
                  <a:pt x="126629" y="195038"/>
                  <a:pt x="130824" y="199233"/>
                </a:cubicBezTo>
                <a:cubicBezTo>
                  <a:pt x="156938" y="225347"/>
                  <a:pt x="199319" y="225347"/>
                  <a:pt x="225432" y="199233"/>
                </a:cubicBezTo>
                <a:lnTo>
                  <a:pt x="252659" y="172007"/>
                </a:lnTo>
                <a:cubicBezTo>
                  <a:pt x="256255" y="168411"/>
                  <a:pt x="260792" y="166441"/>
                  <a:pt x="265416" y="166099"/>
                </a:cubicBezTo>
                <a:cubicBezTo>
                  <a:pt x="271238" y="165585"/>
                  <a:pt x="277231" y="167554"/>
                  <a:pt x="281683" y="172007"/>
                </a:cubicBezTo>
                <a:lnTo>
                  <a:pt x="432884" y="321924"/>
                </a:lnTo>
                <a:lnTo>
                  <a:pt x="493160" y="273978"/>
                </a:lnTo>
                <a:lnTo>
                  <a:pt x="493160" y="27398"/>
                </a:lnTo>
                <a:lnTo>
                  <a:pt x="397267" y="82193"/>
                </a:lnTo>
                <a:lnTo>
                  <a:pt x="376890" y="68580"/>
                </a:lnTo>
                <a:cubicBezTo>
                  <a:pt x="363363" y="59590"/>
                  <a:pt x="347523" y="54796"/>
                  <a:pt x="331256" y="54796"/>
                </a:cubicBezTo>
                <a:lnTo>
                  <a:pt x="270981" y="54796"/>
                </a:lnTo>
                <a:cubicBezTo>
                  <a:pt x="270039" y="54796"/>
                  <a:pt x="269012" y="54796"/>
                  <a:pt x="268070" y="54881"/>
                </a:cubicBezTo>
                <a:cubicBezTo>
                  <a:pt x="253600" y="55652"/>
                  <a:pt x="239987" y="62159"/>
                  <a:pt x="230227" y="72947"/>
                </a:cubicBezTo>
                <a:close/>
                <a:moveTo>
                  <a:pt x="99831" y="156424"/>
                </a:moveTo>
                <a:lnTo>
                  <a:pt x="191271" y="54796"/>
                </a:lnTo>
                <a:lnTo>
                  <a:pt x="157366" y="54796"/>
                </a:lnTo>
                <a:cubicBezTo>
                  <a:pt x="135533" y="54796"/>
                  <a:pt x="114642" y="63443"/>
                  <a:pt x="99231" y="78854"/>
                </a:cubicBezTo>
                <a:lnTo>
                  <a:pt x="95892" y="82193"/>
                </a:lnTo>
                <a:lnTo>
                  <a:pt x="0" y="27398"/>
                </a:lnTo>
                <a:lnTo>
                  <a:pt x="0" y="273978"/>
                </a:lnTo>
                <a:lnTo>
                  <a:pt x="133907" y="385538"/>
                </a:lnTo>
                <a:cubicBezTo>
                  <a:pt x="153599" y="401976"/>
                  <a:pt x="178428" y="410966"/>
                  <a:pt x="204028" y="410966"/>
                </a:cubicBezTo>
                <a:lnTo>
                  <a:pt x="217470" y="410966"/>
                </a:lnTo>
                <a:lnTo>
                  <a:pt x="211476" y="404973"/>
                </a:lnTo>
                <a:cubicBezTo>
                  <a:pt x="203428" y="396925"/>
                  <a:pt x="203428" y="383911"/>
                  <a:pt x="211476" y="375949"/>
                </a:cubicBezTo>
                <a:cubicBezTo>
                  <a:pt x="219524" y="367986"/>
                  <a:pt x="232538" y="367900"/>
                  <a:pt x="240501" y="375949"/>
                </a:cubicBezTo>
                <a:lnTo>
                  <a:pt x="275604" y="411052"/>
                </a:lnTo>
                <a:lnTo>
                  <a:pt x="283310" y="411052"/>
                </a:lnTo>
                <a:cubicBezTo>
                  <a:pt x="299663" y="411052"/>
                  <a:pt x="315673" y="407370"/>
                  <a:pt x="330229" y="400521"/>
                </a:cubicBezTo>
                <a:lnTo>
                  <a:pt x="307369" y="377575"/>
                </a:lnTo>
                <a:cubicBezTo>
                  <a:pt x="299320" y="369527"/>
                  <a:pt x="299320" y="356513"/>
                  <a:pt x="307369" y="348551"/>
                </a:cubicBezTo>
                <a:cubicBezTo>
                  <a:pt x="315417" y="340588"/>
                  <a:pt x="328431" y="340503"/>
                  <a:pt x="336393" y="348551"/>
                </a:cubicBezTo>
                <a:lnTo>
                  <a:pt x="363791" y="375949"/>
                </a:lnTo>
                <a:lnTo>
                  <a:pt x="378774" y="360965"/>
                </a:lnTo>
                <a:cubicBezTo>
                  <a:pt x="386394" y="353345"/>
                  <a:pt x="388620" y="342301"/>
                  <a:pt x="385281" y="332626"/>
                </a:cubicBezTo>
                <a:lnTo>
                  <a:pt x="267214" y="215500"/>
                </a:lnTo>
                <a:lnTo>
                  <a:pt x="254457" y="228258"/>
                </a:lnTo>
                <a:cubicBezTo>
                  <a:pt x="212247" y="270467"/>
                  <a:pt x="143924" y="270467"/>
                  <a:pt x="101714" y="228258"/>
                </a:cubicBezTo>
                <a:cubicBezTo>
                  <a:pt x="82022" y="208565"/>
                  <a:pt x="81251" y="176972"/>
                  <a:pt x="99831" y="1563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5244529" y="5100548"/>
            <a:ext cx="148861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8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Helpful Assistants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1348" y="5356261"/>
            <a:ext cx="1680396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4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Asistentë të Dobishëm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63207" y="4552593"/>
            <a:ext cx="547955" cy="438364"/>
          </a:xfrm>
          <a:custGeom>
            <a:avLst/>
            <a:gdLst/>
            <a:ahLst/>
            <a:cxnLst/>
            <a:rect l="l" t="t" r="r" b="b"/>
            <a:pathLst>
              <a:path w="547955" h="438364">
                <a:moveTo>
                  <a:pt x="273978" y="13699"/>
                </a:moveTo>
                <a:cubicBezTo>
                  <a:pt x="323122" y="13699"/>
                  <a:pt x="363020" y="53598"/>
                  <a:pt x="363020" y="102742"/>
                </a:cubicBezTo>
                <a:cubicBezTo>
                  <a:pt x="363020" y="151886"/>
                  <a:pt x="323122" y="191784"/>
                  <a:pt x="273978" y="191784"/>
                </a:cubicBezTo>
                <a:cubicBezTo>
                  <a:pt x="224834" y="191784"/>
                  <a:pt x="184935" y="151886"/>
                  <a:pt x="184935" y="102742"/>
                </a:cubicBezTo>
                <a:cubicBezTo>
                  <a:pt x="184935" y="53598"/>
                  <a:pt x="224834" y="13699"/>
                  <a:pt x="273978" y="13699"/>
                </a:cubicBezTo>
                <a:close/>
                <a:moveTo>
                  <a:pt x="82193" y="75344"/>
                </a:moveTo>
                <a:cubicBezTo>
                  <a:pt x="116216" y="75344"/>
                  <a:pt x="143838" y="102966"/>
                  <a:pt x="143838" y="136989"/>
                </a:cubicBezTo>
                <a:cubicBezTo>
                  <a:pt x="143838" y="171012"/>
                  <a:pt x="116216" y="198634"/>
                  <a:pt x="82193" y="198634"/>
                </a:cubicBezTo>
                <a:cubicBezTo>
                  <a:pt x="48170" y="198634"/>
                  <a:pt x="20548" y="171012"/>
                  <a:pt x="20548" y="136989"/>
                </a:cubicBezTo>
                <a:cubicBezTo>
                  <a:pt x="20548" y="102966"/>
                  <a:pt x="48170" y="75344"/>
                  <a:pt x="82193" y="75344"/>
                </a:cubicBezTo>
                <a:close/>
                <a:moveTo>
                  <a:pt x="0" y="356171"/>
                </a:moveTo>
                <a:cubicBezTo>
                  <a:pt x="0" y="295639"/>
                  <a:pt x="49059" y="246580"/>
                  <a:pt x="109591" y="246580"/>
                </a:cubicBezTo>
                <a:cubicBezTo>
                  <a:pt x="120550" y="246580"/>
                  <a:pt x="131167" y="248207"/>
                  <a:pt x="141184" y="251203"/>
                </a:cubicBezTo>
                <a:cubicBezTo>
                  <a:pt x="113016" y="282711"/>
                  <a:pt x="95892" y="324321"/>
                  <a:pt x="95892" y="369870"/>
                </a:cubicBezTo>
                <a:lnTo>
                  <a:pt x="95892" y="383569"/>
                </a:lnTo>
                <a:cubicBezTo>
                  <a:pt x="95892" y="393329"/>
                  <a:pt x="97947" y="402576"/>
                  <a:pt x="101629" y="410966"/>
                </a:cubicBezTo>
                <a:lnTo>
                  <a:pt x="27398" y="410966"/>
                </a:lnTo>
                <a:cubicBezTo>
                  <a:pt x="12243" y="410966"/>
                  <a:pt x="0" y="398723"/>
                  <a:pt x="0" y="383569"/>
                </a:cubicBezTo>
                <a:lnTo>
                  <a:pt x="0" y="356171"/>
                </a:lnTo>
                <a:close/>
                <a:moveTo>
                  <a:pt x="446327" y="410966"/>
                </a:moveTo>
                <a:cubicBezTo>
                  <a:pt x="450008" y="402576"/>
                  <a:pt x="452063" y="393329"/>
                  <a:pt x="452063" y="383569"/>
                </a:cubicBezTo>
                <a:lnTo>
                  <a:pt x="452063" y="369870"/>
                </a:lnTo>
                <a:cubicBezTo>
                  <a:pt x="452063" y="324321"/>
                  <a:pt x="434939" y="282711"/>
                  <a:pt x="406771" y="251203"/>
                </a:cubicBezTo>
                <a:cubicBezTo>
                  <a:pt x="416788" y="248207"/>
                  <a:pt x="427405" y="246580"/>
                  <a:pt x="438364" y="246580"/>
                </a:cubicBezTo>
                <a:cubicBezTo>
                  <a:pt x="498896" y="246580"/>
                  <a:pt x="547955" y="295639"/>
                  <a:pt x="547955" y="356171"/>
                </a:cubicBezTo>
                <a:lnTo>
                  <a:pt x="547955" y="383569"/>
                </a:lnTo>
                <a:cubicBezTo>
                  <a:pt x="547955" y="398723"/>
                  <a:pt x="535712" y="410966"/>
                  <a:pt x="520557" y="410966"/>
                </a:cubicBezTo>
                <a:lnTo>
                  <a:pt x="446327" y="410966"/>
                </a:lnTo>
                <a:close/>
                <a:moveTo>
                  <a:pt x="404117" y="136989"/>
                </a:moveTo>
                <a:cubicBezTo>
                  <a:pt x="404117" y="102966"/>
                  <a:pt x="431739" y="75344"/>
                  <a:pt x="465762" y="75344"/>
                </a:cubicBezTo>
                <a:cubicBezTo>
                  <a:pt x="499785" y="75344"/>
                  <a:pt x="527407" y="102966"/>
                  <a:pt x="527407" y="136989"/>
                </a:cubicBezTo>
                <a:cubicBezTo>
                  <a:pt x="527407" y="171012"/>
                  <a:pt x="499785" y="198634"/>
                  <a:pt x="465762" y="198634"/>
                </a:cubicBezTo>
                <a:cubicBezTo>
                  <a:pt x="431739" y="198634"/>
                  <a:pt x="404117" y="171012"/>
                  <a:pt x="404117" y="136989"/>
                </a:cubicBezTo>
                <a:close/>
                <a:moveTo>
                  <a:pt x="136989" y="369870"/>
                </a:moveTo>
                <a:cubicBezTo>
                  <a:pt x="136989" y="294183"/>
                  <a:pt x="198291" y="232881"/>
                  <a:pt x="273978" y="232881"/>
                </a:cubicBezTo>
                <a:cubicBezTo>
                  <a:pt x="349664" y="232881"/>
                  <a:pt x="410966" y="294183"/>
                  <a:pt x="410966" y="369870"/>
                </a:cubicBezTo>
                <a:lnTo>
                  <a:pt x="410966" y="383569"/>
                </a:lnTo>
                <a:cubicBezTo>
                  <a:pt x="410966" y="398723"/>
                  <a:pt x="398723" y="410966"/>
                  <a:pt x="383569" y="410966"/>
                </a:cubicBezTo>
                <a:lnTo>
                  <a:pt x="164387" y="410966"/>
                </a:lnTo>
                <a:cubicBezTo>
                  <a:pt x="149232" y="410966"/>
                  <a:pt x="136989" y="398723"/>
                  <a:pt x="136989" y="383569"/>
                </a:cubicBezTo>
                <a:lnTo>
                  <a:pt x="136989" y="369870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5" name="Text 13"/>
          <p:cNvSpPr/>
          <p:nvPr/>
        </p:nvSpPr>
        <p:spPr>
          <a:xfrm>
            <a:off x="7033660" y="5100548"/>
            <a:ext cx="1607335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8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Partnership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06863" y="5356261"/>
            <a:ext cx="146121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4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Partneritet Njerëzor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5708" y="5904216"/>
            <a:ext cx="4557160" cy="1095910"/>
          </a:xfrm>
          <a:prstGeom prst="roundRect">
            <a:avLst>
              <a:gd name="adj" fmla="val 10000"/>
            </a:avLst>
          </a:prstGeom>
          <a:solidFill>
            <a:srgbClr val="E29578"/>
          </a:solidFill>
          <a:ln/>
        </p:spPr>
      </p:sp>
      <p:sp>
        <p:nvSpPr>
          <p:cNvPr id="18" name="Text 16"/>
          <p:cNvSpPr/>
          <p:nvPr/>
        </p:nvSpPr>
        <p:spPr>
          <a:xfrm>
            <a:off x="3966396" y="6123398"/>
            <a:ext cx="4255784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57" b="1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 / Pyetje?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89227" y="6525231"/>
            <a:ext cx="4210121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8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We're happy to help! / Jemi të lumtur të ndihmojmë!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2447</Words>
  <Application>Microsoft Office PowerPoint</Application>
  <PresentationFormat>Widescreen</PresentationFormat>
  <Paragraphs>385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Arial</vt:lpstr>
      <vt:lpstr>Quattrocento Sans</vt:lpstr>
      <vt:lpstr>Coda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Large Language Models</dc:title>
  <dc:subject>Understanding Large Language Models</dc:subject>
  <dc:creator>Kimi</dc:creator>
  <cp:lastModifiedBy>Admin</cp:lastModifiedBy>
  <cp:revision>2</cp:revision>
  <dcterms:created xsi:type="dcterms:W3CDTF">2026-04-25T14:44:29Z</dcterms:created>
  <dcterms:modified xsi:type="dcterms:W3CDTF">2026-04-25T17:10:33Z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{"Label":"Understanding Large Language Models","ContentProducer":"001191110108MACG2KBH8F10000","ProduceID":"19dc5138-c4b2-8955-8000-0000c67f1975","ReservedCode1":"","ContentPropagator":"001191110108MACG2KBH8F20000","PropagateID":"19dc5138-c4b2-8955-8000-0</vt:lpwstr>
  </property>
</Properties>
</file>